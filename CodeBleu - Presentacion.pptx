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27"/>
  </p:notesMasterIdLst>
  <p:sldIdLst>
    <p:sldId id="256" r:id="rId2"/>
    <p:sldId id="311" r:id="rId3"/>
    <p:sldId id="312" r:id="rId4"/>
    <p:sldId id="313" r:id="rId5"/>
    <p:sldId id="314" r:id="rId6"/>
    <p:sldId id="341" r:id="rId7"/>
    <p:sldId id="315" r:id="rId8"/>
    <p:sldId id="316" r:id="rId9"/>
    <p:sldId id="318" r:id="rId10"/>
    <p:sldId id="320" r:id="rId11"/>
    <p:sldId id="322" r:id="rId12"/>
    <p:sldId id="323" r:id="rId13"/>
    <p:sldId id="324" r:id="rId14"/>
    <p:sldId id="325" r:id="rId15"/>
    <p:sldId id="327" r:id="rId16"/>
    <p:sldId id="328" r:id="rId17"/>
    <p:sldId id="329" r:id="rId18"/>
    <p:sldId id="333" r:id="rId19"/>
    <p:sldId id="331" r:id="rId20"/>
    <p:sldId id="334" r:id="rId21"/>
    <p:sldId id="335" r:id="rId22"/>
    <p:sldId id="337" r:id="rId23"/>
    <p:sldId id="338" r:id="rId24"/>
    <p:sldId id="339" r:id="rId25"/>
    <p:sldId id="340" r:id="rId26"/>
  </p:sldIdLst>
  <p:sldSz cx="9144000" cy="5143500" type="screen16x9"/>
  <p:notesSz cx="6858000" cy="9144000"/>
  <p:embeddedFontLst>
    <p:embeddedFont>
      <p:font typeface="Anaheim" panose="020B0604020202020204" charset="0"/>
      <p:regular r:id="rId28"/>
      <p:bold r:id="rId29"/>
    </p:embeddedFont>
    <p:embeddedFont>
      <p:font typeface="Bebas Neue" panose="020B0606020202050201" pitchFamily="34" charset="0"/>
      <p:regular r:id="rId30"/>
    </p:embeddedFont>
    <p:embeddedFont>
      <p:font typeface="Bookman Old Style" panose="02050604050505020204" pitchFamily="18" charset="0"/>
      <p:regular r:id="rId31"/>
      <p:bold r:id="rId32"/>
      <p:italic r:id="rId33"/>
      <p:boldItalic r:id="rId34"/>
    </p:embeddedFont>
    <p:embeddedFont>
      <p:font typeface="Comfortaa" panose="020B0604020202020204" charset="0"/>
      <p:regular r:id="rId35"/>
      <p:bold r:id="rId36"/>
    </p:embeddedFont>
    <p:embeddedFont>
      <p:font typeface="Fira Code" panose="020B0809050000020004" pitchFamily="49" charset="0"/>
      <p:regular r:id="rId37"/>
      <p:bold r:id="rId38"/>
    </p:embeddedFont>
    <p:embeddedFont>
      <p:font typeface="Freestyle Script" panose="030804020302050B0404" pitchFamily="66" charset="0"/>
      <p:regular r:id="rId39"/>
    </p:embeddedFont>
    <p:embeddedFont>
      <p:font typeface="Nunito Light" pitchFamily="2" charset="0"/>
      <p:regular r:id="rId40"/>
      <p:italic r:id="rId41"/>
    </p:embeddedFont>
    <p:embeddedFont>
      <p:font typeface="Rockwell" panose="02060603020205020403" pitchFamily="18" charset="0"/>
      <p:regular r:id="rId42"/>
      <p:bold r:id="rId43"/>
      <p:italic r:id="rId44"/>
      <p:boldItalic r:id="rId45"/>
    </p:embeddedFont>
    <p:embeddedFont>
      <p:font typeface="Source Code Pro Medium" panose="020B0509030403020204" pitchFamily="49" charset="0"/>
      <p:regular r:id="rId46"/>
      <p:bold r:id="rId47"/>
      <p:italic r:id="rId48"/>
      <p:boldItalic r:id="rId4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an Beltrán" initials="AB" lastIdx="1" clrIdx="0">
    <p:extLst>
      <p:ext uri="{19B8F6BF-5375-455C-9EA6-DF929625EA0E}">
        <p15:presenceInfo xmlns:p15="http://schemas.microsoft.com/office/powerpoint/2012/main" userId="f80618c3fc4f9f3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DA57A02-74D0-4777-A58C-1FC282BEE777}">
  <a:tblStyle styleId="{8DA57A02-74D0-4777-A58C-1FC282BEE77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838AE64-93D6-4DA4-806A-F125ABD9F4F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02" d="100"/>
          <a:sy n="202" d="100"/>
        </p:scale>
        <p:origin x="624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font" Target="fonts/font15.fntdata"/><Relationship Id="rId47" Type="http://schemas.openxmlformats.org/officeDocument/2006/relationships/font" Target="fonts/font20.fntdata"/><Relationship Id="rId50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2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font" Target="fonts/font18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4" Type="http://schemas.openxmlformats.org/officeDocument/2006/relationships/font" Target="fonts/font17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font" Target="fonts/font16.fntdata"/><Relationship Id="rId48" Type="http://schemas.openxmlformats.org/officeDocument/2006/relationships/font" Target="fonts/font21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46" Type="http://schemas.openxmlformats.org/officeDocument/2006/relationships/font" Target="fonts/font19.fntdata"/><Relationship Id="rId20" Type="http://schemas.openxmlformats.org/officeDocument/2006/relationships/slide" Target="slides/slide19.xml"/><Relationship Id="rId41" Type="http://schemas.openxmlformats.org/officeDocument/2006/relationships/font" Target="fonts/font14.fntdata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49" Type="http://schemas.openxmlformats.org/officeDocument/2006/relationships/font" Target="fonts/font2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BO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BO"/>
          </a:p>
        </p:txBody>
      </p:sp>
      <p:sp>
        <p:nvSpPr>
          <p:cNvPr id="236" name="Google Shape;2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>
          <a:extLst>
            <a:ext uri="{FF2B5EF4-FFF2-40B4-BE49-F238E27FC236}">
              <a16:creationId xmlns:a16="http://schemas.microsoft.com/office/drawing/2014/main" id="{56DC5D9C-96F1-322C-771B-C3AC78863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4072739ea5_12_0:notes">
            <a:extLst>
              <a:ext uri="{FF2B5EF4-FFF2-40B4-BE49-F238E27FC236}">
                <a16:creationId xmlns:a16="http://schemas.microsoft.com/office/drawing/2014/main" id="{51720086-D48A-667B-0116-C1FEF216E9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BO"/>
          </a:p>
        </p:txBody>
      </p:sp>
      <p:sp>
        <p:nvSpPr>
          <p:cNvPr id="429" name="Google Shape;429;g14072739ea5_12_0:notes">
            <a:extLst>
              <a:ext uri="{FF2B5EF4-FFF2-40B4-BE49-F238E27FC236}">
                <a16:creationId xmlns:a16="http://schemas.microsoft.com/office/drawing/2014/main" id="{FED2F738-5C88-FCAB-E38C-F0E0AC1DEC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09300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>
          <a:extLst>
            <a:ext uri="{FF2B5EF4-FFF2-40B4-BE49-F238E27FC236}">
              <a16:creationId xmlns:a16="http://schemas.microsoft.com/office/drawing/2014/main" id="{97D5D688-7A39-B734-4F42-6CFD9FB69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d431007ba2_0_215:notes">
            <a:extLst>
              <a:ext uri="{FF2B5EF4-FFF2-40B4-BE49-F238E27FC236}">
                <a16:creationId xmlns:a16="http://schemas.microsoft.com/office/drawing/2014/main" id="{EA58997E-F67A-9574-07E3-1F7C75A596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BO"/>
          </a:p>
        </p:txBody>
      </p:sp>
      <p:sp>
        <p:nvSpPr>
          <p:cNvPr id="304" name="Google Shape;304;gd431007ba2_0_215:notes">
            <a:extLst>
              <a:ext uri="{FF2B5EF4-FFF2-40B4-BE49-F238E27FC236}">
                <a16:creationId xmlns:a16="http://schemas.microsoft.com/office/drawing/2014/main" id="{8A044D80-1D55-AEB4-9025-B9214B970F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42268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64FC6A9D-41F2-616F-F77D-5315F1C7C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40402E77-7E12-A3E7-7F78-2BEB0A2F2F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BO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C8F5ECDC-B314-8DC0-BD9A-0C5BAF9600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82162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>
          <a:extLst>
            <a:ext uri="{FF2B5EF4-FFF2-40B4-BE49-F238E27FC236}">
              <a16:creationId xmlns:a16="http://schemas.microsoft.com/office/drawing/2014/main" id="{04D691BD-36F7-F2A2-5CE4-8F00DAC1E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4072739ea5_12_0:notes">
            <a:extLst>
              <a:ext uri="{FF2B5EF4-FFF2-40B4-BE49-F238E27FC236}">
                <a16:creationId xmlns:a16="http://schemas.microsoft.com/office/drawing/2014/main" id="{1B7AFBB0-B7A5-DAEA-CDFB-359DF6743C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BO"/>
          </a:p>
        </p:txBody>
      </p:sp>
      <p:sp>
        <p:nvSpPr>
          <p:cNvPr id="429" name="Google Shape;429;g14072739ea5_12_0:notes">
            <a:extLst>
              <a:ext uri="{FF2B5EF4-FFF2-40B4-BE49-F238E27FC236}">
                <a16:creationId xmlns:a16="http://schemas.microsoft.com/office/drawing/2014/main" id="{BDF7020E-43C4-8A68-CD2F-DFEC339B10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42715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>
          <a:extLst>
            <a:ext uri="{FF2B5EF4-FFF2-40B4-BE49-F238E27FC236}">
              <a16:creationId xmlns:a16="http://schemas.microsoft.com/office/drawing/2014/main" id="{04D691BD-36F7-F2A2-5CE4-8F00DAC1E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4072739ea5_12_0:notes">
            <a:extLst>
              <a:ext uri="{FF2B5EF4-FFF2-40B4-BE49-F238E27FC236}">
                <a16:creationId xmlns:a16="http://schemas.microsoft.com/office/drawing/2014/main" id="{1B7AFBB0-B7A5-DAEA-CDFB-359DF6743C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BO"/>
          </a:p>
        </p:txBody>
      </p:sp>
      <p:sp>
        <p:nvSpPr>
          <p:cNvPr id="429" name="Google Shape;429;g14072739ea5_12_0:notes">
            <a:extLst>
              <a:ext uri="{FF2B5EF4-FFF2-40B4-BE49-F238E27FC236}">
                <a16:creationId xmlns:a16="http://schemas.microsoft.com/office/drawing/2014/main" id="{BDF7020E-43C4-8A68-CD2F-DFEC339B10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87129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>
          <a:extLst>
            <a:ext uri="{FF2B5EF4-FFF2-40B4-BE49-F238E27FC236}">
              <a16:creationId xmlns:a16="http://schemas.microsoft.com/office/drawing/2014/main" id="{F0DCE908-CDA3-5281-C3E9-A263C19BD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54dda1946d_6_257:notes">
            <a:extLst>
              <a:ext uri="{FF2B5EF4-FFF2-40B4-BE49-F238E27FC236}">
                <a16:creationId xmlns:a16="http://schemas.microsoft.com/office/drawing/2014/main" id="{1EC2BC95-6766-326A-CBC0-18E58ED365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BO"/>
          </a:p>
        </p:txBody>
      </p:sp>
      <p:sp>
        <p:nvSpPr>
          <p:cNvPr id="350" name="Google Shape;350;g54dda1946d_6_257:notes">
            <a:extLst>
              <a:ext uri="{FF2B5EF4-FFF2-40B4-BE49-F238E27FC236}">
                <a16:creationId xmlns:a16="http://schemas.microsoft.com/office/drawing/2014/main" id="{FD25993C-F30E-02A1-BF84-7479C76624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50860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>
          <a:extLst>
            <a:ext uri="{FF2B5EF4-FFF2-40B4-BE49-F238E27FC236}">
              <a16:creationId xmlns:a16="http://schemas.microsoft.com/office/drawing/2014/main" id="{0D104986-DD99-A97C-D62F-D06751A6D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54dda1946d_6_344:notes">
            <a:extLst>
              <a:ext uri="{FF2B5EF4-FFF2-40B4-BE49-F238E27FC236}">
                <a16:creationId xmlns:a16="http://schemas.microsoft.com/office/drawing/2014/main" id="{ED5A697B-DD1B-F05B-ED55-6627020818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BO"/>
          </a:p>
        </p:txBody>
      </p:sp>
      <p:sp>
        <p:nvSpPr>
          <p:cNvPr id="521" name="Google Shape;521;g54dda1946d_6_344:notes">
            <a:extLst>
              <a:ext uri="{FF2B5EF4-FFF2-40B4-BE49-F238E27FC236}">
                <a16:creationId xmlns:a16="http://schemas.microsoft.com/office/drawing/2014/main" id="{8499F2CF-4BF2-2A6F-3276-1F16E91CA0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71460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>
          <a:extLst>
            <a:ext uri="{FF2B5EF4-FFF2-40B4-BE49-F238E27FC236}">
              <a16:creationId xmlns:a16="http://schemas.microsoft.com/office/drawing/2014/main" id="{B8E268A1-A9ED-18C1-2DBF-AE9F876F3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54dda1946d_6_322:notes">
            <a:extLst>
              <a:ext uri="{FF2B5EF4-FFF2-40B4-BE49-F238E27FC236}">
                <a16:creationId xmlns:a16="http://schemas.microsoft.com/office/drawing/2014/main" id="{7417E93E-C6F4-D7EE-FD56-A0B6EE9A38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BO"/>
          </a:p>
        </p:txBody>
      </p:sp>
      <p:sp>
        <p:nvSpPr>
          <p:cNvPr id="452" name="Google Shape;452;g54dda1946d_6_322:notes">
            <a:extLst>
              <a:ext uri="{FF2B5EF4-FFF2-40B4-BE49-F238E27FC236}">
                <a16:creationId xmlns:a16="http://schemas.microsoft.com/office/drawing/2014/main" id="{9994E9A5-808D-E531-64BD-0A2501646A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94861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>
          <a:extLst>
            <a:ext uri="{FF2B5EF4-FFF2-40B4-BE49-F238E27FC236}">
              <a16:creationId xmlns:a16="http://schemas.microsoft.com/office/drawing/2014/main" id="{01578BC4-7D76-35DF-72AD-9A08BC56A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54dda1946d_6_257:notes">
            <a:extLst>
              <a:ext uri="{FF2B5EF4-FFF2-40B4-BE49-F238E27FC236}">
                <a16:creationId xmlns:a16="http://schemas.microsoft.com/office/drawing/2014/main" id="{80F32B97-DD0C-A967-8FA5-9C511E0A28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BO"/>
          </a:p>
        </p:txBody>
      </p:sp>
      <p:sp>
        <p:nvSpPr>
          <p:cNvPr id="350" name="Google Shape;350;g54dda1946d_6_257:notes">
            <a:extLst>
              <a:ext uri="{FF2B5EF4-FFF2-40B4-BE49-F238E27FC236}">
                <a16:creationId xmlns:a16="http://schemas.microsoft.com/office/drawing/2014/main" id="{300C3AF1-5A7D-C812-51D1-86710AC458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34117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8">
          <a:extLst>
            <a:ext uri="{FF2B5EF4-FFF2-40B4-BE49-F238E27FC236}">
              <a16:creationId xmlns:a16="http://schemas.microsoft.com/office/drawing/2014/main" id="{38048256-AA04-383D-774F-918CF8F43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54ff9c4cb4_3_5:notes">
            <a:extLst>
              <a:ext uri="{FF2B5EF4-FFF2-40B4-BE49-F238E27FC236}">
                <a16:creationId xmlns:a16="http://schemas.microsoft.com/office/drawing/2014/main" id="{7C41ED62-372F-506C-7D09-986121E26A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BO"/>
          </a:p>
        </p:txBody>
      </p:sp>
      <p:sp>
        <p:nvSpPr>
          <p:cNvPr id="800" name="Google Shape;800;g54ff9c4cb4_3_5:notes">
            <a:extLst>
              <a:ext uri="{FF2B5EF4-FFF2-40B4-BE49-F238E27FC236}">
                <a16:creationId xmlns:a16="http://schemas.microsoft.com/office/drawing/2014/main" id="{0EC8A6D6-FE76-EAC3-BD94-AF09F3E5C5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38525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>
          <a:extLst>
            <a:ext uri="{FF2B5EF4-FFF2-40B4-BE49-F238E27FC236}">
              <a16:creationId xmlns:a16="http://schemas.microsoft.com/office/drawing/2014/main" id="{4B5DFFFE-8F36-3106-8D7F-B8F342285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4072739ea5_12_0:notes">
            <a:extLst>
              <a:ext uri="{FF2B5EF4-FFF2-40B4-BE49-F238E27FC236}">
                <a16:creationId xmlns:a16="http://schemas.microsoft.com/office/drawing/2014/main" id="{A39E6EE1-61D3-CA72-2E22-2D0AAEA39A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BO"/>
          </a:p>
        </p:txBody>
      </p:sp>
      <p:sp>
        <p:nvSpPr>
          <p:cNvPr id="429" name="Google Shape;429;g14072739ea5_12_0:notes">
            <a:extLst>
              <a:ext uri="{FF2B5EF4-FFF2-40B4-BE49-F238E27FC236}">
                <a16:creationId xmlns:a16="http://schemas.microsoft.com/office/drawing/2014/main" id="{97ED91C7-019D-1F66-B6E6-6F43991DCA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07111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73AA8AF-71CE-4A35-4F1F-FFACBDC22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B129D266-4637-7FB5-B353-1762508C6D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BO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B6ACB667-6AF2-DF64-F65F-DF6F8D1352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79414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>
          <a:extLst>
            <a:ext uri="{FF2B5EF4-FFF2-40B4-BE49-F238E27FC236}">
              <a16:creationId xmlns:a16="http://schemas.microsoft.com/office/drawing/2014/main" id="{A7CABDE2-F632-1B2B-FD6E-33F674FE1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4072739ea5_12_0:notes">
            <a:extLst>
              <a:ext uri="{FF2B5EF4-FFF2-40B4-BE49-F238E27FC236}">
                <a16:creationId xmlns:a16="http://schemas.microsoft.com/office/drawing/2014/main" id="{220FAE3C-9AEA-56DA-0A7D-955460B7C1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BO"/>
          </a:p>
        </p:txBody>
      </p:sp>
      <p:sp>
        <p:nvSpPr>
          <p:cNvPr id="429" name="Google Shape;429;g14072739ea5_12_0:notes">
            <a:extLst>
              <a:ext uri="{FF2B5EF4-FFF2-40B4-BE49-F238E27FC236}">
                <a16:creationId xmlns:a16="http://schemas.microsoft.com/office/drawing/2014/main" id="{389DC712-5C61-6038-0F96-2DAE73F4EB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13330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>
          <a:extLst>
            <a:ext uri="{FF2B5EF4-FFF2-40B4-BE49-F238E27FC236}">
              <a16:creationId xmlns:a16="http://schemas.microsoft.com/office/drawing/2014/main" id="{8B57E7DA-50E3-FFAF-4383-461AB61DB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54dda1946d_6_344:notes">
            <a:extLst>
              <a:ext uri="{FF2B5EF4-FFF2-40B4-BE49-F238E27FC236}">
                <a16:creationId xmlns:a16="http://schemas.microsoft.com/office/drawing/2014/main" id="{D3E7FD16-38D1-B0FC-57BB-8C7E75A6E1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BO"/>
          </a:p>
        </p:txBody>
      </p:sp>
      <p:sp>
        <p:nvSpPr>
          <p:cNvPr id="521" name="Google Shape;521;g54dda1946d_6_344:notes">
            <a:extLst>
              <a:ext uri="{FF2B5EF4-FFF2-40B4-BE49-F238E27FC236}">
                <a16:creationId xmlns:a16="http://schemas.microsoft.com/office/drawing/2014/main" id="{D8CC704E-7006-0404-6A5F-B81483D4F7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53252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>
          <a:extLst>
            <a:ext uri="{FF2B5EF4-FFF2-40B4-BE49-F238E27FC236}">
              <a16:creationId xmlns:a16="http://schemas.microsoft.com/office/drawing/2014/main" id="{C22955A1-3980-EEF2-58B3-26AE4B0F5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54dda1946d_6_322:notes">
            <a:extLst>
              <a:ext uri="{FF2B5EF4-FFF2-40B4-BE49-F238E27FC236}">
                <a16:creationId xmlns:a16="http://schemas.microsoft.com/office/drawing/2014/main" id="{1AC65415-84DC-AE85-3A7F-0460E8A13F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BO"/>
          </a:p>
        </p:txBody>
      </p:sp>
      <p:sp>
        <p:nvSpPr>
          <p:cNvPr id="452" name="Google Shape;452;g54dda1946d_6_322:notes">
            <a:extLst>
              <a:ext uri="{FF2B5EF4-FFF2-40B4-BE49-F238E27FC236}">
                <a16:creationId xmlns:a16="http://schemas.microsoft.com/office/drawing/2014/main" id="{B9804C12-24B2-5440-442D-4805A87881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94616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>
          <a:extLst>
            <a:ext uri="{FF2B5EF4-FFF2-40B4-BE49-F238E27FC236}">
              <a16:creationId xmlns:a16="http://schemas.microsoft.com/office/drawing/2014/main" id="{9E0BE495-2A33-7D0E-C967-BB5AA595E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54dda1946d_6_322:notes">
            <a:extLst>
              <a:ext uri="{FF2B5EF4-FFF2-40B4-BE49-F238E27FC236}">
                <a16:creationId xmlns:a16="http://schemas.microsoft.com/office/drawing/2014/main" id="{E579F604-1616-6441-0038-5AFF839C7E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BO"/>
          </a:p>
        </p:txBody>
      </p:sp>
      <p:sp>
        <p:nvSpPr>
          <p:cNvPr id="452" name="Google Shape;452;g54dda1946d_6_322:notes">
            <a:extLst>
              <a:ext uri="{FF2B5EF4-FFF2-40B4-BE49-F238E27FC236}">
                <a16:creationId xmlns:a16="http://schemas.microsoft.com/office/drawing/2014/main" id="{5A6AAD94-3DA7-776A-C14B-AA4266913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42702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>
          <a:extLst>
            <a:ext uri="{FF2B5EF4-FFF2-40B4-BE49-F238E27FC236}">
              <a16:creationId xmlns:a16="http://schemas.microsoft.com/office/drawing/2014/main" id="{62A1FC58-B143-5595-A039-6FD98B6E0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54dda1946d_6_322:notes">
            <a:extLst>
              <a:ext uri="{FF2B5EF4-FFF2-40B4-BE49-F238E27FC236}">
                <a16:creationId xmlns:a16="http://schemas.microsoft.com/office/drawing/2014/main" id="{DA2C77DE-83B5-D559-9D25-1DC391D738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BO"/>
          </a:p>
        </p:txBody>
      </p:sp>
      <p:sp>
        <p:nvSpPr>
          <p:cNvPr id="452" name="Google Shape;452;g54dda1946d_6_322:notes">
            <a:extLst>
              <a:ext uri="{FF2B5EF4-FFF2-40B4-BE49-F238E27FC236}">
                <a16:creationId xmlns:a16="http://schemas.microsoft.com/office/drawing/2014/main" id="{ED5673FA-2302-FB41-CE36-00201225AE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56729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>
          <a:extLst>
            <a:ext uri="{FF2B5EF4-FFF2-40B4-BE49-F238E27FC236}">
              <a16:creationId xmlns:a16="http://schemas.microsoft.com/office/drawing/2014/main" id="{662E830A-CEA3-23A2-7F23-1514A21A4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54dda1946d_6_308:notes">
            <a:extLst>
              <a:ext uri="{FF2B5EF4-FFF2-40B4-BE49-F238E27FC236}">
                <a16:creationId xmlns:a16="http://schemas.microsoft.com/office/drawing/2014/main" id="{80798819-0D50-0960-CD6B-56AC5EA621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BO"/>
          </a:p>
        </p:txBody>
      </p:sp>
      <p:sp>
        <p:nvSpPr>
          <p:cNvPr id="404" name="Google Shape;404;g54dda1946d_6_308:notes">
            <a:extLst>
              <a:ext uri="{FF2B5EF4-FFF2-40B4-BE49-F238E27FC236}">
                <a16:creationId xmlns:a16="http://schemas.microsoft.com/office/drawing/2014/main" id="{8E067E9A-5377-A1D8-13FA-FABCC8536F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11287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>
          <a:extLst>
            <a:ext uri="{FF2B5EF4-FFF2-40B4-BE49-F238E27FC236}">
              <a16:creationId xmlns:a16="http://schemas.microsoft.com/office/drawing/2014/main" id="{F1F14867-BAC3-EA00-A316-519299948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4072739ea5_12_0:notes">
            <a:extLst>
              <a:ext uri="{FF2B5EF4-FFF2-40B4-BE49-F238E27FC236}">
                <a16:creationId xmlns:a16="http://schemas.microsoft.com/office/drawing/2014/main" id="{3980A89D-5B21-83E7-0843-08A8AD090A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BO"/>
          </a:p>
        </p:txBody>
      </p:sp>
      <p:sp>
        <p:nvSpPr>
          <p:cNvPr id="429" name="Google Shape;429;g14072739ea5_12_0:notes">
            <a:extLst>
              <a:ext uri="{FF2B5EF4-FFF2-40B4-BE49-F238E27FC236}">
                <a16:creationId xmlns:a16="http://schemas.microsoft.com/office/drawing/2014/main" id="{BAE4EA5D-CE79-3AC5-F730-A850897E7E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82526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>
          <a:extLst>
            <a:ext uri="{FF2B5EF4-FFF2-40B4-BE49-F238E27FC236}">
              <a16:creationId xmlns:a16="http://schemas.microsoft.com/office/drawing/2014/main" id="{8436943C-1C71-BED4-3C4F-E7D971AFB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54dda1946d_6_257:notes">
            <a:extLst>
              <a:ext uri="{FF2B5EF4-FFF2-40B4-BE49-F238E27FC236}">
                <a16:creationId xmlns:a16="http://schemas.microsoft.com/office/drawing/2014/main" id="{7CDB8DEC-E93A-2886-085F-F166E72124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BO"/>
          </a:p>
        </p:txBody>
      </p:sp>
      <p:sp>
        <p:nvSpPr>
          <p:cNvPr id="350" name="Google Shape;350;g54dda1946d_6_257:notes">
            <a:extLst>
              <a:ext uri="{FF2B5EF4-FFF2-40B4-BE49-F238E27FC236}">
                <a16:creationId xmlns:a16="http://schemas.microsoft.com/office/drawing/2014/main" id="{0069B0FE-B272-69D6-ECA4-DA87DCF6D2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60875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>
          <a:extLst>
            <a:ext uri="{FF2B5EF4-FFF2-40B4-BE49-F238E27FC236}">
              <a16:creationId xmlns:a16="http://schemas.microsoft.com/office/drawing/2014/main" id="{9CF7FB0F-4BAA-6BEE-D6F0-52E838295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54dda1946d_6_322:notes">
            <a:extLst>
              <a:ext uri="{FF2B5EF4-FFF2-40B4-BE49-F238E27FC236}">
                <a16:creationId xmlns:a16="http://schemas.microsoft.com/office/drawing/2014/main" id="{2CEC919D-F848-C5FE-2E1C-9F89C93254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BO"/>
          </a:p>
        </p:txBody>
      </p:sp>
      <p:sp>
        <p:nvSpPr>
          <p:cNvPr id="452" name="Google Shape;452;g54dda1946d_6_322:notes">
            <a:extLst>
              <a:ext uri="{FF2B5EF4-FFF2-40B4-BE49-F238E27FC236}">
                <a16:creationId xmlns:a16="http://schemas.microsoft.com/office/drawing/2014/main" id="{78239916-FB46-5558-FFCC-C876B9F1D7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044687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>
          <a:extLst>
            <a:ext uri="{FF2B5EF4-FFF2-40B4-BE49-F238E27FC236}">
              <a16:creationId xmlns:a16="http://schemas.microsoft.com/office/drawing/2014/main" id="{12EA563B-DB84-1C6D-9599-230C60721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54dda1946d_4_2738:notes">
            <a:extLst>
              <a:ext uri="{FF2B5EF4-FFF2-40B4-BE49-F238E27FC236}">
                <a16:creationId xmlns:a16="http://schemas.microsoft.com/office/drawing/2014/main" id="{99193371-4154-F935-7486-C40B46DF6E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BO"/>
          </a:p>
        </p:txBody>
      </p:sp>
      <p:sp>
        <p:nvSpPr>
          <p:cNvPr id="635" name="Google Shape;635;g54dda1946d_4_2738:notes">
            <a:extLst>
              <a:ext uri="{FF2B5EF4-FFF2-40B4-BE49-F238E27FC236}">
                <a16:creationId xmlns:a16="http://schemas.microsoft.com/office/drawing/2014/main" id="{83C45C18-AE5D-CF97-9710-4395C10085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771206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>
          <a:extLst>
            <a:ext uri="{FF2B5EF4-FFF2-40B4-BE49-F238E27FC236}">
              <a16:creationId xmlns:a16="http://schemas.microsoft.com/office/drawing/2014/main" id="{431B5932-2AA6-2203-EDA5-DEF45A75E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54dda1946d_6_322:notes">
            <a:extLst>
              <a:ext uri="{FF2B5EF4-FFF2-40B4-BE49-F238E27FC236}">
                <a16:creationId xmlns:a16="http://schemas.microsoft.com/office/drawing/2014/main" id="{56462D3D-FEA1-25A9-4CBC-45578B6CE8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BO"/>
          </a:p>
        </p:txBody>
      </p:sp>
      <p:sp>
        <p:nvSpPr>
          <p:cNvPr id="452" name="Google Shape;452;g54dda1946d_6_322:notes">
            <a:extLst>
              <a:ext uri="{FF2B5EF4-FFF2-40B4-BE49-F238E27FC236}">
                <a16:creationId xmlns:a16="http://schemas.microsoft.com/office/drawing/2014/main" id="{43B9C3E0-388E-6E61-9520-B421A3BA52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086740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>
          <a:extLst>
            <a:ext uri="{FF2B5EF4-FFF2-40B4-BE49-F238E27FC236}">
              <a16:creationId xmlns:a16="http://schemas.microsoft.com/office/drawing/2014/main" id="{5B572F73-0FD2-B9CE-B56D-7AA9169E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54dda1946d_4_2738:notes">
            <a:extLst>
              <a:ext uri="{FF2B5EF4-FFF2-40B4-BE49-F238E27FC236}">
                <a16:creationId xmlns:a16="http://schemas.microsoft.com/office/drawing/2014/main" id="{DCB5D3CE-FDCB-EF9F-37A6-753D477153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BO"/>
          </a:p>
        </p:txBody>
      </p:sp>
      <p:sp>
        <p:nvSpPr>
          <p:cNvPr id="635" name="Google Shape;635;g54dda1946d_4_2738:notes">
            <a:extLst>
              <a:ext uri="{FF2B5EF4-FFF2-40B4-BE49-F238E27FC236}">
                <a16:creationId xmlns:a16="http://schemas.microsoft.com/office/drawing/2014/main" id="{39A8269B-6EBA-9794-AA0D-7A3DF63A4D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8212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96452" y="841772"/>
            <a:ext cx="6751097" cy="1790700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96452" y="2701528"/>
            <a:ext cx="6751097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061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753935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492920"/>
            <a:ext cx="7300134" cy="2139553"/>
          </a:xfrm>
        </p:spPr>
        <p:txBody>
          <a:bodyPr anchor="b">
            <a:normAutofit/>
          </a:bodyPr>
          <a:lstStyle>
            <a:lvl1pPr>
              <a:defRPr sz="255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2701529"/>
            <a:ext cx="7300134" cy="1125140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597527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457200"/>
            <a:ext cx="7765321" cy="99474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1566240"/>
            <a:ext cx="3829503" cy="277716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1566240"/>
            <a:ext cx="3820616" cy="277716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996094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457201"/>
            <a:ext cx="7765321" cy="99417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354" y="1566240"/>
            <a:ext cx="3659399" cy="617934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184174"/>
            <a:ext cx="3830406" cy="21592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1502" y="1566240"/>
            <a:ext cx="3649166" cy="617934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184174"/>
            <a:ext cx="3821518" cy="21592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5505831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01510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238063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457200"/>
            <a:ext cx="2949178" cy="1771650"/>
          </a:xfrm>
        </p:spPr>
        <p:txBody>
          <a:bodyPr anchor="b">
            <a:normAutofit/>
          </a:bodyPr>
          <a:lstStyle>
            <a:lvl1pPr>
              <a:defRPr sz="21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457200"/>
            <a:ext cx="4642119" cy="3886200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228850"/>
            <a:ext cx="2949178" cy="2114549"/>
          </a:xfrm>
        </p:spPr>
        <p:txBody>
          <a:bodyPr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55493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457200"/>
            <a:ext cx="4447330" cy="177165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68603" y="569161"/>
            <a:ext cx="2441517" cy="3662279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2228850"/>
            <a:ext cx="4451213" cy="2114550"/>
          </a:xfrm>
        </p:spPr>
        <p:txBody>
          <a:bodyPr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673512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3217030"/>
            <a:ext cx="7775673" cy="614516"/>
          </a:xfrm>
        </p:spPr>
        <p:txBody>
          <a:bodyPr anchor="b">
            <a:normAutofit/>
          </a:bodyPr>
          <a:lstStyle>
            <a:lvl1pPr>
              <a:defRPr sz="21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465991"/>
            <a:ext cx="7775673" cy="2534801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3831546"/>
            <a:ext cx="7774499" cy="511854"/>
          </a:xfrm>
        </p:spPr>
        <p:txBody>
          <a:bodyPr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149342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57201"/>
            <a:ext cx="7765322" cy="2568644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3153615"/>
            <a:ext cx="7765321" cy="1194140"/>
          </a:xfrm>
        </p:spPr>
        <p:txBody>
          <a:bodyPr anchor="ctr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5663845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457200"/>
            <a:ext cx="6977064" cy="2244678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2707524"/>
            <a:ext cx="6564224" cy="320109"/>
          </a:xfrm>
        </p:spPr>
        <p:txBody>
          <a:bodyPr anchor="t">
            <a:normAutofit/>
          </a:bodyPr>
          <a:lstStyle>
            <a:lvl1pPr marL="0" indent="0" algn="r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3153616"/>
            <a:ext cx="7765322" cy="118978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27459" y="55143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93467" y="222907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0458102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1595207"/>
            <a:ext cx="7766495" cy="1883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3487917"/>
            <a:ext cx="7765322" cy="855483"/>
          </a:xfrm>
        </p:spPr>
        <p:txBody>
          <a:bodyPr anchor="t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299523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457201"/>
            <a:ext cx="7765322" cy="99417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566240"/>
            <a:ext cx="2474217" cy="617479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183718"/>
            <a:ext cx="2474217" cy="2159682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1566240"/>
            <a:ext cx="2473919" cy="617478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183718"/>
            <a:ext cx="2474866" cy="2159682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1566240"/>
            <a:ext cx="2468408" cy="617478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183718"/>
            <a:ext cx="2468408" cy="2159682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2728877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457201"/>
            <a:ext cx="7765322" cy="99417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146924"/>
            <a:ext cx="2474216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1724240"/>
            <a:ext cx="2205038" cy="1143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3579121"/>
            <a:ext cx="2474216" cy="764279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146924"/>
            <a:ext cx="2474237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1724240"/>
            <a:ext cx="2197894" cy="1143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3579120"/>
            <a:ext cx="2475252" cy="764279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146924"/>
            <a:ext cx="2467425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1724240"/>
            <a:ext cx="2199085" cy="1143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3579121"/>
            <a:ext cx="2470694" cy="764278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329621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155438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57200"/>
            <a:ext cx="1906993" cy="38862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457200"/>
            <a:ext cx="5744029" cy="38862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808007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1"/>
          </p:nvPr>
        </p:nvSpPr>
        <p:spPr>
          <a:xfrm>
            <a:off x="4821898" y="1443125"/>
            <a:ext cx="3602100" cy="243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2"/>
          </p:nvPr>
        </p:nvSpPr>
        <p:spPr>
          <a:xfrm>
            <a:off x="644000" y="1443125"/>
            <a:ext cx="3602100" cy="243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792035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2472000" y="1832950"/>
            <a:ext cx="420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2"/>
          </p:nvPr>
        </p:nvSpPr>
        <p:spPr>
          <a:xfrm>
            <a:off x="3175501" y="2833427"/>
            <a:ext cx="420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3"/>
          </p:nvPr>
        </p:nvSpPr>
        <p:spPr>
          <a:xfrm>
            <a:off x="3504027" y="3834248"/>
            <a:ext cx="420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4" hasCustomPrompt="1"/>
          </p:nvPr>
        </p:nvSpPr>
        <p:spPr>
          <a:xfrm>
            <a:off x="1869900" y="1470525"/>
            <a:ext cx="602100" cy="391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5" hasCustomPrompt="1"/>
          </p:nvPr>
        </p:nvSpPr>
        <p:spPr>
          <a:xfrm>
            <a:off x="2573400" y="2482425"/>
            <a:ext cx="602100" cy="391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6" hasCustomPrompt="1"/>
          </p:nvPr>
        </p:nvSpPr>
        <p:spPr>
          <a:xfrm>
            <a:off x="2891275" y="3494325"/>
            <a:ext cx="602100" cy="328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7"/>
          </p:nvPr>
        </p:nvSpPr>
        <p:spPr>
          <a:xfrm>
            <a:off x="2472000" y="1470525"/>
            <a:ext cx="42096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8"/>
          </p:nvPr>
        </p:nvSpPr>
        <p:spPr>
          <a:xfrm>
            <a:off x="3175500" y="2482425"/>
            <a:ext cx="42096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9"/>
          </p:nvPr>
        </p:nvSpPr>
        <p:spPr>
          <a:xfrm>
            <a:off x="3504025" y="3494325"/>
            <a:ext cx="42096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688981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ubTitle" idx="1"/>
          </p:nvPr>
        </p:nvSpPr>
        <p:spPr>
          <a:xfrm>
            <a:off x="5238851" y="2246051"/>
            <a:ext cx="2789400" cy="148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subTitle" idx="2"/>
          </p:nvPr>
        </p:nvSpPr>
        <p:spPr>
          <a:xfrm>
            <a:off x="1707675" y="2246051"/>
            <a:ext cx="2789400" cy="148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subTitle" idx="3"/>
          </p:nvPr>
        </p:nvSpPr>
        <p:spPr>
          <a:xfrm>
            <a:off x="1411701" y="1687150"/>
            <a:ext cx="27894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subTitle" idx="4"/>
          </p:nvPr>
        </p:nvSpPr>
        <p:spPr>
          <a:xfrm>
            <a:off x="4942882" y="1687150"/>
            <a:ext cx="27894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318603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4223100" y="1198450"/>
            <a:ext cx="4206000" cy="1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ubTitle" idx="1"/>
          </p:nvPr>
        </p:nvSpPr>
        <p:spPr>
          <a:xfrm>
            <a:off x="4223100" y="3162850"/>
            <a:ext cx="4206000" cy="10662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101680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subTitle" idx="1"/>
          </p:nvPr>
        </p:nvSpPr>
        <p:spPr>
          <a:xfrm>
            <a:off x="997700" y="2096375"/>
            <a:ext cx="2373000" cy="13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subTitle" idx="2"/>
          </p:nvPr>
        </p:nvSpPr>
        <p:spPr>
          <a:xfrm>
            <a:off x="3522987" y="2756375"/>
            <a:ext cx="2373000" cy="13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subTitle" idx="3"/>
          </p:nvPr>
        </p:nvSpPr>
        <p:spPr>
          <a:xfrm>
            <a:off x="6051233" y="3242600"/>
            <a:ext cx="2373000" cy="13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subTitle" idx="4"/>
          </p:nvPr>
        </p:nvSpPr>
        <p:spPr>
          <a:xfrm>
            <a:off x="720000" y="1436375"/>
            <a:ext cx="24168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ubTitle" idx="5"/>
          </p:nvPr>
        </p:nvSpPr>
        <p:spPr>
          <a:xfrm>
            <a:off x="3292047" y="2096375"/>
            <a:ext cx="24168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subTitle" idx="6"/>
          </p:nvPr>
        </p:nvSpPr>
        <p:spPr>
          <a:xfrm>
            <a:off x="5867044" y="2582600"/>
            <a:ext cx="24168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372494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ubTitle" idx="1"/>
          </p:nvPr>
        </p:nvSpPr>
        <p:spPr>
          <a:xfrm>
            <a:off x="3465225" y="1529000"/>
            <a:ext cx="4965600" cy="30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7466344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1535738" y="2266450"/>
            <a:ext cx="6635700" cy="120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988113" y="1350550"/>
            <a:ext cx="1652100" cy="91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080150" y="3468850"/>
            <a:ext cx="6043800" cy="283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784033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2687525" y="3464250"/>
            <a:ext cx="57435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1"/>
          </p:nvPr>
        </p:nvSpPr>
        <p:spPr>
          <a:xfrm>
            <a:off x="2687414" y="1600950"/>
            <a:ext cx="5743500" cy="186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90863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22"/>
          <p:cNvSpPr txBox="1">
            <a:spLocks noGrp="1"/>
          </p:cNvSpPr>
          <p:nvPr>
            <p:ph type="subTitle" idx="1"/>
          </p:nvPr>
        </p:nvSpPr>
        <p:spPr>
          <a:xfrm>
            <a:off x="1394900" y="1853500"/>
            <a:ext cx="19860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22"/>
          <p:cNvSpPr txBox="1">
            <a:spLocks noGrp="1"/>
          </p:cNvSpPr>
          <p:nvPr>
            <p:ph type="subTitle" idx="2"/>
          </p:nvPr>
        </p:nvSpPr>
        <p:spPr>
          <a:xfrm>
            <a:off x="3864750" y="1853500"/>
            <a:ext cx="19860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subTitle" idx="3"/>
          </p:nvPr>
        </p:nvSpPr>
        <p:spPr>
          <a:xfrm>
            <a:off x="1394900" y="3283700"/>
            <a:ext cx="19860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subTitle" idx="4"/>
          </p:nvPr>
        </p:nvSpPr>
        <p:spPr>
          <a:xfrm>
            <a:off x="3864750" y="3283700"/>
            <a:ext cx="19860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subTitle" idx="5"/>
          </p:nvPr>
        </p:nvSpPr>
        <p:spPr>
          <a:xfrm>
            <a:off x="6334599" y="1853500"/>
            <a:ext cx="19860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subTitle" idx="6"/>
          </p:nvPr>
        </p:nvSpPr>
        <p:spPr>
          <a:xfrm>
            <a:off x="6334599" y="3283700"/>
            <a:ext cx="19860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22"/>
          <p:cNvSpPr txBox="1">
            <a:spLocks noGrp="1"/>
          </p:cNvSpPr>
          <p:nvPr>
            <p:ph type="subTitle" idx="7"/>
          </p:nvPr>
        </p:nvSpPr>
        <p:spPr>
          <a:xfrm>
            <a:off x="1113052" y="1360899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9" name="Google Shape;179;p22"/>
          <p:cNvSpPr txBox="1">
            <a:spLocks noGrp="1"/>
          </p:cNvSpPr>
          <p:nvPr>
            <p:ph type="subTitle" idx="8"/>
          </p:nvPr>
        </p:nvSpPr>
        <p:spPr>
          <a:xfrm>
            <a:off x="3582900" y="1360899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subTitle" idx="9"/>
          </p:nvPr>
        </p:nvSpPr>
        <p:spPr>
          <a:xfrm>
            <a:off x="6052748" y="1360899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1" name="Google Shape;181;p22"/>
          <p:cNvSpPr txBox="1">
            <a:spLocks noGrp="1"/>
          </p:cNvSpPr>
          <p:nvPr>
            <p:ph type="subTitle" idx="13"/>
          </p:nvPr>
        </p:nvSpPr>
        <p:spPr>
          <a:xfrm>
            <a:off x="1113052" y="2791100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2" name="Google Shape;182;p22"/>
          <p:cNvSpPr txBox="1">
            <a:spLocks noGrp="1"/>
          </p:cNvSpPr>
          <p:nvPr>
            <p:ph type="subTitle" idx="14"/>
          </p:nvPr>
        </p:nvSpPr>
        <p:spPr>
          <a:xfrm>
            <a:off x="3582900" y="2791100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3" name="Google Shape;183;p22"/>
          <p:cNvSpPr txBox="1">
            <a:spLocks noGrp="1"/>
          </p:cNvSpPr>
          <p:nvPr>
            <p:ph type="subTitle" idx="15"/>
          </p:nvPr>
        </p:nvSpPr>
        <p:spPr>
          <a:xfrm>
            <a:off x="6052748" y="2791100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67906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457200"/>
            <a:ext cx="7765321" cy="9947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572048"/>
            <a:ext cx="7765322" cy="2771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4412457"/>
            <a:ext cx="500464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830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  <p:sldLayoutId id="2147483695" r:id="rId18"/>
    <p:sldLayoutId id="2147483696" r:id="rId19"/>
    <p:sldLayoutId id="2147483697" r:id="rId20"/>
    <p:sldLayoutId id="2147483698" r:id="rId21"/>
    <p:sldLayoutId id="2147483699" r:id="rId22"/>
    <p:sldLayoutId id="2147483700" r:id="rId23"/>
    <p:sldLayoutId id="2147483701" r:id="rId24"/>
    <p:sldLayoutId id="2147483702" r:id="rId25"/>
    <p:sldLayoutId id="2147483703" r:id="rId26"/>
  </p:sldLayoutIdLst>
  <p:hf hdr="0" ftr="0" dt="0"/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255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ctrTitle"/>
          </p:nvPr>
        </p:nvSpPr>
        <p:spPr>
          <a:xfrm>
            <a:off x="2521592" y="1387420"/>
            <a:ext cx="5989501" cy="147637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/>
              <a:t>Diseño del Compilador </a:t>
            </a:r>
            <a:r>
              <a:rPr lang="es-ES" sz="3200" noProof="0" dirty="0" err="1">
                <a:latin typeface="Freestyle Script" panose="030804020302050B0404" pitchFamily="66" charset="0"/>
              </a:rPr>
              <a:t>CodeBleu</a:t>
            </a:r>
            <a:endParaRPr lang="es-ES" sz="3200" noProof="0" dirty="0">
              <a:latin typeface="Freestyle Script" panose="030804020302050B0404" pitchFamily="66" charset="0"/>
            </a:endParaRPr>
          </a:p>
        </p:txBody>
      </p:sp>
      <p:sp>
        <p:nvSpPr>
          <p:cNvPr id="239" name="Google Shape;239;p31"/>
          <p:cNvSpPr txBox="1">
            <a:spLocks noGrp="1"/>
          </p:cNvSpPr>
          <p:nvPr>
            <p:ph type="subTitle" idx="1"/>
          </p:nvPr>
        </p:nvSpPr>
        <p:spPr>
          <a:xfrm>
            <a:off x="2533835" y="3297650"/>
            <a:ext cx="5999165" cy="4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noProof="0" dirty="0"/>
              <a:t>Univ. Beltrán Canaza Alan Joseph</a:t>
            </a:r>
            <a:endParaRPr lang="es-ES" noProof="0" dirty="0"/>
          </a:p>
        </p:txBody>
      </p:sp>
      <p:sp>
        <p:nvSpPr>
          <p:cNvPr id="240" name="Google Shape;240;p31"/>
          <p:cNvSpPr txBox="1"/>
          <p:nvPr/>
        </p:nvSpPr>
        <p:spPr>
          <a:xfrm>
            <a:off x="2097300" y="571000"/>
            <a:ext cx="7047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ES" sz="5000" noProof="0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sz="5000" noProof="0" dirty="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1" name="Google Shape;241;p31"/>
          <p:cNvSpPr txBox="1"/>
          <p:nvPr/>
        </p:nvSpPr>
        <p:spPr>
          <a:xfrm>
            <a:off x="8588000" y="4001925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5000" noProof="0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</a:p>
        </p:txBody>
      </p:sp>
      <p:grpSp>
        <p:nvGrpSpPr>
          <p:cNvPr id="247" name="Google Shape;247;p31"/>
          <p:cNvGrpSpPr/>
          <p:nvPr/>
        </p:nvGrpSpPr>
        <p:grpSpPr>
          <a:xfrm>
            <a:off x="255130" y="696438"/>
            <a:ext cx="2377907" cy="3907563"/>
            <a:chOff x="5" y="747463"/>
            <a:chExt cx="2377907" cy="3907563"/>
          </a:xfrm>
        </p:grpSpPr>
        <p:sp>
          <p:nvSpPr>
            <p:cNvPr id="248" name="Google Shape;248;p31"/>
            <p:cNvSpPr/>
            <p:nvPr/>
          </p:nvSpPr>
          <p:spPr>
            <a:xfrm>
              <a:off x="5" y="7560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486329" y="7474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250" name="Google Shape;250;p31"/>
            <p:cNvSpPr/>
            <p:nvPr/>
          </p:nvSpPr>
          <p:spPr>
            <a:xfrm>
              <a:off x="5" y="10682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251" name="Google Shape;251;p31"/>
            <p:cNvSpPr/>
            <p:nvPr/>
          </p:nvSpPr>
          <p:spPr>
            <a:xfrm>
              <a:off x="5" y="1394975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252" name="Google Shape;252;p31"/>
            <p:cNvSpPr/>
            <p:nvPr/>
          </p:nvSpPr>
          <p:spPr>
            <a:xfrm>
              <a:off x="5" y="17217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434858" y="1721713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934654" y="1721722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5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5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5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5" y="2992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13726" y="37739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434858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395919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262" name="Google Shape;262;p31"/>
            <p:cNvSpPr/>
            <p:nvPr/>
          </p:nvSpPr>
          <p:spPr>
            <a:xfrm>
              <a:off x="434858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263" name="Google Shape;263;p31"/>
            <p:cNvSpPr/>
            <p:nvPr/>
          </p:nvSpPr>
          <p:spPr>
            <a:xfrm>
              <a:off x="434858" y="300995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264" name="Google Shape;264;p31"/>
            <p:cNvSpPr/>
            <p:nvPr/>
          </p:nvSpPr>
          <p:spPr>
            <a:xfrm>
              <a:off x="434858" y="33358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838550" y="2032296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838550" y="2375145"/>
              <a:ext cx="65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861466" y="2684069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861466" y="3028567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861466" y="3335841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1360349" y="2032296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1573836" y="2358182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1697856" y="2684094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1697856" y="3335891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13726" y="401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395919" y="42965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875884" y="4296538"/>
              <a:ext cx="385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1360349" y="4296538"/>
              <a:ext cx="486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1912083" y="4296538"/>
              <a:ext cx="17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395919" y="4505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875884" y="4505063"/>
              <a:ext cx="6135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1570204" y="4505063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894657" y="75937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283" name="Google Shape;283;p31"/>
            <p:cNvSpPr/>
            <p:nvPr/>
          </p:nvSpPr>
          <p:spPr>
            <a:xfrm>
              <a:off x="486348" y="10682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284" name="Google Shape;284;p31"/>
            <p:cNvSpPr/>
            <p:nvPr/>
          </p:nvSpPr>
          <p:spPr>
            <a:xfrm>
              <a:off x="1169818" y="1064149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285" name="Google Shape;285;p31"/>
            <p:cNvSpPr/>
            <p:nvPr/>
          </p:nvSpPr>
          <p:spPr>
            <a:xfrm>
              <a:off x="486342" y="1395013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286" name="Google Shape;286;p31"/>
            <p:cNvSpPr/>
            <p:nvPr/>
          </p:nvSpPr>
          <p:spPr>
            <a:xfrm>
              <a:off x="1254423" y="1719659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287" name="Google Shape;287;p31"/>
            <p:cNvSpPr/>
            <p:nvPr/>
          </p:nvSpPr>
          <p:spPr>
            <a:xfrm>
              <a:off x="1697859" y="3028567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288" name="Google Shape;288;p31"/>
            <p:cNvSpPr/>
            <p:nvPr/>
          </p:nvSpPr>
          <p:spPr>
            <a:xfrm>
              <a:off x="1840717" y="2032296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289" name="Google Shape;289;p31"/>
            <p:cNvSpPr/>
            <p:nvPr/>
          </p:nvSpPr>
          <p:spPr>
            <a:xfrm>
              <a:off x="2037810" y="2684069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290" name="Google Shape;290;p31"/>
            <p:cNvSpPr/>
            <p:nvPr/>
          </p:nvSpPr>
          <p:spPr>
            <a:xfrm>
              <a:off x="1912311" y="450712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291" name="Google Shape;291;p31"/>
            <p:cNvSpPr/>
            <p:nvPr/>
          </p:nvSpPr>
          <p:spPr>
            <a:xfrm>
              <a:off x="434873" y="39876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292" name="Google Shape;292;p31"/>
            <p:cNvSpPr/>
            <p:nvPr/>
          </p:nvSpPr>
          <p:spPr>
            <a:xfrm>
              <a:off x="434873" y="37575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>
          <a:extLst>
            <a:ext uri="{FF2B5EF4-FFF2-40B4-BE49-F238E27FC236}">
              <a16:creationId xmlns:a16="http://schemas.microsoft.com/office/drawing/2014/main" id="{26B03891-AFA0-39EB-427F-990F503A9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6">
            <a:extLst>
              <a:ext uri="{FF2B5EF4-FFF2-40B4-BE49-F238E27FC236}">
                <a16:creationId xmlns:a16="http://schemas.microsoft.com/office/drawing/2014/main" id="{E13F81C2-9E91-D2DE-78B9-C6885E0CE0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>
                <a:solidFill>
                  <a:schemeClr val="lt2"/>
                </a:solidFill>
              </a:rPr>
              <a:t>Diseño de Compiladores</a:t>
            </a:r>
          </a:p>
        </p:txBody>
      </p:sp>
      <p:sp>
        <p:nvSpPr>
          <p:cNvPr id="432" name="Google Shape;432;p36">
            <a:extLst>
              <a:ext uri="{FF2B5EF4-FFF2-40B4-BE49-F238E27FC236}">
                <a16:creationId xmlns:a16="http://schemas.microsoft.com/office/drawing/2014/main" id="{A3DEDC7C-2225-1014-DEAB-218E5AEC8B8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821898" y="1443124"/>
            <a:ext cx="3602100" cy="26487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/>
            <a:r>
              <a:rPr lang="es-ES" noProof="0" dirty="0">
                <a:solidFill>
                  <a:schemeClr val="lt2"/>
                </a:solidFill>
              </a:rPr>
              <a:t>Problemática</a:t>
            </a:r>
            <a:endParaRPr lang="es-ES" noProof="0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/>
              <a:t>En la actualidad la programación es fundamental </a:t>
            </a:r>
            <a:r>
              <a:rPr lang="es-BO" noProof="0" dirty="0"/>
              <a:t>en la formación de todo ingeniero,</a:t>
            </a:r>
            <a:r>
              <a:rPr lang="es-ES" noProof="0" dirty="0"/>
              <a:t> </a:t>
            </a:r>
            <a:r>
              <a:rPr lang="es-BO" noProof="0" dirty="0"/>
              <a:t>el proceso de asimilar la lógica computacional suele presentar una curva de aprendizaje compleja.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BO" noProof="0" dirty="0"/>
              <a:t>¿Cómo diseñar e implementar la gramática y las fases del compilador para el lenguaje </a:t>
            </a:r>
            <a:r>
              <a:rPr lang="es-BO" noProof="0" dirty="0" err="1"/>
              <a:t>CodeBleu</a:t>
            </a:r>
            <a:r>
              <a:rPr lang="es-BO" noProof="0" dirty="0"/>
              <a:t>?</a:t>
            </a:r>
            <a:endParaRPr lang="es-ES" noProof="0" dirty="0"/>
          </a:p>
        </p:txBody>
      </p:sp>
      <p:sp>
        <p:nvSpPr>
          <p:cNvPr id="433" name="Google Shape;433;p36">
            <a:extLst>
              <a:ext uri="{FF2B5EF4-FFF2-40B4-BE49-F238E27FC236}">
                <a16:creationId xmlns:a16="http://schemas.microsoft.com/office/drawing/2014/main" id="{A14A0D18-60BC-247A-965C-3796190BD022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/>
            <a:r>
              <a:rPr lang="es-ES" noProof="0" dirty="0">
                <a:solidFill>
                  <a:schemeClr val="lt2"/>
                </a:solidFill>
              </a:rPr>
              <a:t>¿Que es un compilador?</a:t>
            </a:r>
            <a:endParaRPr lang="es-ES" noProof="0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/>
              <a:t>Un compilador es un programa que se encarga de traducir un lenguaje a otro, por lo general un lenguaje de alto nivel como Python o C++ a un lenguaje de bajo nivel como </a:t>
            </a:r>
            <a:r>
              <a:rPr lang="es-ES" noProof="0" dirty="0" err="1"/>
              <a:t>Assembler</a:t>
            </a:r>
            <a:r>
              <a:rPr lang="es-ES" noProof="0" dirty="0"/>
              <a:t>, con el fin de crear un programa ejecutable</a:t>
            </a:r>
          </a:p>
        </p:txBody>
      </p:sp>
      <p:grpSp>
        <p:nvGrpSpPr>
          <p:cNvPr id="434" name="Google Shape;434;p36">
            <a:extLst>
              <a:ext uri="{FF2B5EF4-FFF2-40B4-BE49-F238E27FC236}">
                <a16:creationId xmlns:a16="http://schemas.microsoft.com/office/drawing/2014/main" id="{7C110365-F82C-C32E-EF5B-5B4955E1FF8E}"/>
              </a:ext>
            </a:extLst>
          </p:cNvPr>
          <p:cNvGrpSpPr/>
          <p:nvPr/>
        </p:nvGrpSpPr>
        <p:grpSpPr>
          <a:xfrm>
            <a:off x="350039" y="3944000"/>
            <a:ext cx="2536147" cy="887325"/>
            <a:chOff x="880714" y="3731738"/>
            <a:chExt cx="2536147" cy="887325"/>
          </a:xfrm>
        </p:grpSpPr>
        <p:sp>
          <p:nvSpPr>
            <p:cNvPr id="435" name="Google Shape;435;p36">
              <a:extLst>
                <a:ext uri="{FF2B5EF4-FFF2-40B4-BE49-F238E27FC236}">
                  <a16:creationId xmlns:a16="http://schemas.microsoft.com/office/drawing/2014/main" id="{ADF0CC64-BD7C-7E2D-1621-EFFABF3D4578}"/>
                </a:ext>
              </a:extLst>
            </p:cNvPr>
            <p:cNvSpPr/>
            <p:nvPr/>
          </p:nvSpPr>
          <p:spPr>
            <a:xfrm>
              <a:off x="880714" y="37482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36" name="Google Shape;436;p36">
              <a:extLst>
                <a:ext uri="{FF2B5EF4-FFF2-40B4-BE49-F238E27FC236}">
                  <a16:creationId xmlns:a16="http://schemas.microsoft.com/office/drawing/2014/main" id="{5B960AC9-9B0D-39EB-BD31-CB58934A5109}"/>
                </a:ext>
              </a:extLst>
            </p:cNvPr>
            <p:cNvSpPr/>
            <p:nvPr/>
          </p:nvSpPr>
          <p:spPr>
            <a:xfrm>
              <a:off x="880714" y="39872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37" name="Google Shape;437;p36">
              <a:extLst>
                <a:ext uri="{FF2B5EF4-FFF2-40B4-BE49-F238E27FC236}">
                  <a16:creationId xmlns:a16="http://schemas.microsoft.com/office/drawing/2014/main" id="{9F6E173C-53C9-23A4-3850-0AF72D40CF83}"/>
                </a:ext>
              </a:extLst>
            </p:cNvPr>
            <p:cNvSpPr/>
            <p:nvPr/>
          </p:nvSpPr>
          <p:spPr>
            <a:xfrm>
              <a:off x="880732" y="42605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38" name="Google Shape;438;p36">
              <a:extLst>
                <a:ext uri="{FF2B5EF4-FFF2-40B4-BE49-F238E27FC236}">
                  <a16:creationId xmlns:a16="http://schemas.microsoft.com/office/drawing/2014/main" id="{DEAD7D5B-BE07-FC96-D797-5B6AF5E099EA}"/>
                </a:ext>
              </a:extLst>
            </p:cNvPr>
            <p:cNvSpPr/>
            <p:nvPr/>
          </p:nvSpPr>
          <p:spPr>
            <a:xfrm>
              <a:off x="1374131" y="4260575"/>
              <a:ext cx="5244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39" name="Google Shape;439;p36">
              <a:extLst>
                <a:ext uri="{FF2B5EF4-FFF2-40B4-BE49-F238E27FC236}">
                  <a16:creationId xmlns:a16="http://schemas.microsoft.com/office/drawing/2014/main" id="{F26C1829-9BDC-600D-9E8B-5493E0D075FD}"/>
                </a:ext>
              </a:extLst>
            </p:cNvPr>
            <p:cNvSpPr/>
            <p:nvPr/>
          </p:nvSpPr>
          <p:spPr>
            <a:xfrm>
              <a:off x="2032952" y="4260575"/>
              <a:ext cx="661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40" name="Google Shape;440;p36">
              <a:extLst>
                <a:ext uri="{FF2B5EF4-FFF2-40B4-BE49-F238E27FC236}">
                  <a16:creationId xmlns:a16="http://schemas.microsoft.com/office/drawing/2014/main" id="{8B16650D-A857-1172-4F3E-F9C7A51D1389}"/>
                </a:ext>
              </a:extLst>
            </p:cNvPr>
            <p:cNvSpPr/>
            <p:nvPr/>
          </p:nvSpPr>
          <p:spPr>
            <a:xfrm>
              <a:off x="2783250" y="4260575"/>
              <a:ext cx="241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41" name="Google Shape;441;p36">
              <a:extLst>
                <a:ext uri="{FF2B5EF4-FFF2-40B4-BE49-F238E27FC236}">
                  <a16:creationId xmlns:a16="http://schemas.microsoft.com/office/drawing/2014/main" id="{24DAAAD6-1B4D-4BC4-4D36-66B93E626786}"/>
                </a:ext>
              </a:extLst>
            </p:cNvPr>
            <p:cNvSpPr/>
            <p:nvPr/>
          </p:nvSpPr>
          <p:spPr>
            <a:xfrm>
              <a:off x="880732" y="44691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42" name="Google Shape;442;p36">
              <a:extLst>
                <a:ext uri="{FF2B5EF4-FFF2-40B4-BE49-F238E27FC236}">
                  <a16:creationId xmlns:a16="http://schemas.microsoft.com/office/drawing/2014/main" id="{D29D4F2D-D04A-4BC3-A676-CE013E711274}"/>
                </a:ext>
              </a:extLst>
            </p:cNvPr>
            <p:cNvSpPr/>
            <p:nvPr/>
          </p:nvSpPr>
          <p:spPr>
            <a:xfrm>
              <a:off x="1374131" y="4469100"/>
              <a:ext cx="834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43" name="Google Shape;443;p36">
              <a:extLst>
                <a:ext uri="{FF2B5EF4-FFF2-40B4-BE49-F238E27FC236}">
                  <a16:creationId xmlns:a16="http://schemas.microsoft.com/office/drawing/2014/main" id="{DA6CD003-1734-92F9-9900-2A7D08555B08}"/>
                </a:ext>
              </a:extLst>
            </p:cNvPr>
            <p:cNvSpPr/>
            <p:nvPr/>
          </p:nvSpPr>
          <p:spPr>
            <a:xfrm>
              <a:off x="2318331" y="44691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44" name="Google Shape;444;p36">
              <a:extLst>
                <a:ext uri="{FF2B5EF4-FFF2-40B4-BE49-F238E27FC236}">
                  <a16:creationId xmlns:a16="http://schemas.microsoft.com/office/drawing/2014/main" id="{C8513324-52C9-6173-793A-825BDF57A4B3}"/>
                </a:ext>
              </a:extLst>
            </p:cNvPr>
            <p:cNvSpPr/>
            <p:nvPr/>
          </p:nvSpPr>
          <p:spPr>
            <a:xfrm>
              <a:off x="2783561" y="44711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45" name="Google Shape;445;p36">
              <a:extLst>
                <a:ext uri="{FF2B5EF4-FFF2-40B4-BE49-F238E27FC236}">
                  <a16:creationId xmlns:a16="http://schemas.microsoft.com/office/drawing/2014/main" id="{C45D38A5-8DD8-1AB0-3F2D-111A18DA5EFB}"/>
                </a:ext>
              </a:extLst>
            </p:cNvPr>
            <p:cNvSpPr/>
            <p:nvPr/>
          </p:nvSpPr>
          <p:spPr>
            <a:xfrm>
              <a:off x="1301861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46" name="Google Shape;446;p36">
              <a:extLst>
                <a:ext uri="{FF2B5EF4-FFF2-40B4-BE49-F238E27FC236}">
                  <a16:creationId xmlns:a16="http://schemas.microsoft.com/office/drawing/2014/main" id="{959C330D-3B64-F2BD-D620-0B0478FB8DEC}"/>
                </a:ext>
              </a:extLst>
            </p:cNvPr>
            <p:cNvSpPr/>
            <p:nvPr/>
          </p:nvSpPr>
          <p:spPr>
            <a:xfrm>
              <a:off x="1301861" y="37317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47" name="Google Shape;447;p36">
              <a:extLst>
                <a:ext uri="{FF2B5EF4-FFF2-40B4-BE49-F238E27FC236}">
                  <a16:creationId xmlns:a16="http://schemas.microsoft.com/office/drawing/2014/main" id="{10B710F6-BADC-F88E-C183-90E5AD7A0BE8}"/>
                </a:ext>
              </a:extLst>
            </p:cNvPr>
            <p:cNvSpPr/>
            <p:nvPr/>
          </p:nvSpPr>
          <p:spPr>
            <a:xfrm>
              <a:off x="2028686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</p:grpSp>
      <p:sp>
        <p:nvSpPr>
          <p:cNvPr id="448" name="Google Shape;448;p36">
            <a:extLst>
              <a:ext uri="{FF2B5EF4-FFF2-40B4-BE49-F238E27FC236}">
                <a16:creationId xmlns:a16="http://schemas.microsoft.com/office/drawing/2014/main" id="{3ECF421C-2692-3D1A-9D72-34D948A9F4CC}"/>
              </a:ext>
            </a:extLst>
          </p:cNvPr>
          <p:cNvSpPr txBox="1"/>
          <p:nvPr/>
        </p:nvSpPr>
        <p:spPr>
          <a:xfrm>
            <a:off x="6717450" y="4008025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5000" noProof="0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</a:p>
        </p:txBody>
      </p:sp>
      <p:sp>
        <p:nvSpPr>
          <p:cNvPr id="449" name="Google Shape;449;p36">
            <a:extLst>
              <a:ext uri="{FF2B5EF4-FFF2-40B4-BE49-F238E27FC236}">
                <a16:creationId xmlns:a16="http://schemas.microsoft.com/office/drawing/2014/main" id="{05DF93FA-2687-1146-53FE-EE344A26576D}"/>
              </a:ext>
            </a:extLst>
          </p:cNvPr>
          <p:cNvSpPr txBox="1"/>
          <p:nvPr/>
        </p:nvSpPr>
        <p:spPr>
          <a:xfrm>
            <a:off x="7047449" y="4221025"/>
            <a:ext cx="137655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5000" noProof="0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lang="es-ES" sz="5000" noProof="0" dirty="0">
              <a:solidFill>
                <a:schemeClr val="accent2"/>
              </a:solidFill>
            </a:endParaRPr>
          </a:p>
        </p:txBody>
      </p:sp>
      <p:sp>
        <p:nvSpPr>
          <p:cNvPr id="2" name="Google Shape;448;p36">
            <a:extLst>
              <a:ext uri="{FF2B5EF4-FFF2-40B4-BE49-F238E27FC236}">
                <a16:creationId xmlns:a16="http://schemas.microsoft.com/office/drawing/2014/main" id="{950E8BA2-882C-5CF8-DEBE-EAC879C517D8}"/>
              </a:ext>
            </a:extLst>
          </p:cNvPr>
          <p:cNvSpPr txBox="1"/>
          <p:nvPr/>
        </p:nvSpPr>
        <p:spPr>
          <a:xfrm>
            <a:off x="384350" y="597571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5000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lang="es-ES" sz="5000" noProof="0" dirty="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  <p:extLst>
      <p:ext uri="{BB962C8B-B14F-4D97-AF65-F5344CB8AC3E}">
        <p14:creationId xmlns:p14="http://schemas.microsoft.com/office/powerpoint/2010/main" val="2383522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>
          <a:extLst>
            <a:ext uri="{FF2B5EF4-FFF2-40B4-BE49-F238E27FC236}">
              <a16:creationId xmlns:a16="http://schemas.microsoft.com/office/drawing/2014/main" id="{F42CCDBB-53AB-BC29-BA5A-ED77DAD94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3">
            <a:extLst>
              <a:ext uri="{FF2B5EF4-FFF2-40B4-BE49-F238E27FC236}">
                <a16:creationId xmlns:a16="http://schemas.microsoft.com/office/drawing/2014/main" id="{C7C37C3E-CE2B-42F9-BE90-48AA105923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>
                <a:solidFill>
                  <a:schemeClr val="accent4"/>
                </a:solidFill>
              </a:rPr>
              <a:t>Objetivos</a:t>
            </a:r>
          </a:p>
        </p:txBody>
      </p:sp>
      <p:sp>
        <p:nvSpPr>
          <p:cNvPr id="307" name="Google Shape;307;p33">
            <a:extLst>
              <a:ext uri="{FF2B5EF4-FFF2-40B4-BE49-F238E27FC236}">
                <a16:creationId xmlns:a16="http://schemas.microsoft.com/office/drawing/2014/main" id="{632CB2A8-8FBF-D677-FCD7-FA250E529CD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708571" y="1745299"/>
            <a:ext cx="7183072" cy="8956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BO" noProof="0" dirty="0"/>
              <a:t>Desarrollar un compilador funcional para el lenguaje </a:t>
            </a:r>
            <a:r>
              <a:rPr lang="es-BO" noProof="0" dirty="0" err="1"/>
              <a:t>CodeBleu</a:t>
            </a:r>
            <a:r>
              <a:rPr lang="es-BO" noProof="0" dirty="0"/>
              <a:t> mediante técnicas de diseño de compiladores, con el fin de procesar y validar correctamente la lógica algorítmica de programas fuente escritos con vocabulario francés.</a:t>
            </a:r>
            <a:endParaRPr lang="es-ES" noProof="0" dirty="0"/>
          </a:p>
        </p:txBody>
      </p:sp>
      <p:sp>
        <p:nvSpPr>
          <p:cNvPr id="308" name="Google Shape;308;p33">
            <a:extLst>
              <a:ext uri="{FF2B5EF4-FFF2-40B4-BE49-F238E27FC236}">
                <a16:creationId xmlns:a16="http://schemas.microsoft.com/office/drawing/2014/main" id="{1520B373-D448-933D-9B9D-869AC21FCDF4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818296" y="3070026"/>
            <a:ext cx="7280609" cy="18310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noProof="0" dirty="0"/>
              <a:t>Diseñar la gramática formal, BNF y EBNF del lenguaje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dirty="0"/>
              <a:t>Construir estructuras de datos dinámicas</a:t>
            </a:r>
            <a:endParaRPr lang="es-ES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noProof="0" dirty="0"/>
              <a:t>Implementar las fases de análisis léxico, sintáctico y semántico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noProof="0" dirty="0"/>
              <a:t>Ejecutar pruebas con códigos fuente de ejemplo</a:t>
            </a:r>
          </a:p>
        </p:txBody>
      </p:sp>
      <p:sp>
        <p:nvSpPr>
          <p:cNvPr id="313" name="Google Shape;313;p33">
            <a:extLst>
              <a:ext uri="{FF2B5EF4-FFF2-40B4-BE49-F238E27FC236}">
                <a16:creationId xmlns:a16="http://schemas.microsoft.com/office/drawing/2014/main" id="{189FC65C-DA32-63C7-20D9-6EA441BF3211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708571" y="1382875"/>
            <a:ext cx="42096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/>
              <a:t>General</a:t>
            </a:r>
          </a:p>
        </p:txBody>
      </p:sp>
      <p:sp>
        <p:nvSpPr>
          <p:cNvPr id="312" name="Google Shape;312;p33">
            <a:extLst>
              <a:ext uri="{FF2B5EF4-FFF2-40B4-BE49-F238E27FC236}">
                <a16:creationId xmlns:a16="http://schemas.microsoft.com/office/drawing/2014/main" id="{879BCB06-2911-9D62-9CED-E858A01158A8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-243175" y="5580112"/>
            <a:ext cx="602100" cy="3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" noProof="0" dirty="0"/>
              <a:t>.</a:t>
            </a:r>
          </a:p>
        </p:txBody>
      </p:sp>
      <p:sp>
        <p:nvSpPr>
          <p:cNvPr id="314" name="Google Shape;314;p33">
            <a:extLst>
              <a:ext uri="{FF2B5EF4-FFF2-40B4-BE49-F238E27FC236}">
                <a16:creationId xmlns:a16="http://schemas.microsoft.com/office/drawing/2014/main" id="{1727CB14-535C-70D6-D535-17C87E15DEE4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1709971" y="2713651"/>
            <a:ext cx="42096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/>
              <a:t>Específicos</a:t>
            </a:r>
          </a:p>
        </p:txBody>
      </p:sp>
      <p:grpSp>
        <p:nvGrpSpPr>
          <p:cNvPr id="316" name="Google Shape;316;p33">
            <a:extLst>
              <a:ext uri="{FF2B5EF4-FFF2-40B4-BE49-F238E27FC236}">
                <a16:creationId xmlns:a16="http://schemas.microsoft.com/office/drawing/2014/main" id="{B14527E6-BFE9-C73E-7EC4-A62A5DC478FE}"/>
              </a:ext>
            </a:extLst>
          </p:cNvPr>
          <p:cNvGrpSpPr/>
          <p:nvPr/>
        </p:nvGrpSpPr>
        <p:grpSpPr>
          <a:xfrm>
            <a:off x="358926" y="1867675"/>
            <a:ext cx="1492276" cy="2679941"/>
            <a:chOff x="358925" y="1867675"/>
            <a:chExt cx="2142175" cy="2736325"/>
          </a:xfrm>
        </p:grpSpPr>
        <p:sp>
          <p:nvSpPr>
            <p:cNvPr id="317" name="Google Shape;317;p33">
              <a:extLst>
                <a:ext uri="{FF2B5EF4-FFF2-40B4-BE49-F238E27FC236}">
                  <a16:creationId xmlns:a16="http://schemas.microsoft.com/office/drawing/2014/main" id="{3B80A96D-5AE9-7BEE-2B7E-8A4F8D979095}"/>
                </a:ext>
              </a:extLst>
            </p:cNvPr>
            <p:cNvSpPr/>
            <p:nvPr/>
          </p:nvSpPr>
          <p:spPr>
            <a:xfrm>
              <a:off x="358925" y="1876250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18" name="Google Shape;318;p33">
              <a:extLst>
                <a:ext uri="{FF2B5EF4-FFF2-40B4-BE49-F238E27FC236}">
                  <a16:creationId xmlns:a16="http://schemas.microsoft.com/office/drawing/2014/main" id="{39F8212F-69A6-0262-5951-8904220D9F02}"/>
                </a:ext>
              </a:extLst>
            </p:cNvPr>
            <p:cNvSpPr/>
            <p:nvPr/>
          </p:nvSpPr>
          <p:spPr>
            <a:xfrm>
              <a:off x="757650" y="186767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19" name="Google Shape;319;p33">
              <a:extLst>
                <a:ext uri="{FF2B5EF4-FFF2-40B4-BE49-F238E27FC236}">
                  <a16:creationId xmlns:a16="http://schemas.microsoft.com/office/drawing/2014/main" id="{7A22FC05-1AB0-B766-4653-ABE80BDA5307}"/>
                </a:ext>
              </a:extLst>
            </p:cNvPr>
            <p:cNvSpPr/>
            <p:nvPr/>
          </p:nvSpPr>
          <p:spPr>
            <a:xfrm>
              <a:off x="358925" y="218847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20" name="Google Shape;320;p33">
              <a:extLst>
                <a:ext uri="{FF2B5EF4-FFF2-40B4-BE49-F238E27FC236}">
                  <a16:creationId xmlns:a16="http://schemas.microsoft.com/office/drawing/2014/main" id="{6DAFF529-2C94-3186-E45C-BC57A420383A}"/>
                </a:ext>
              </a:extLst>
            </p:cNvPr>
            <p:cNvSpPr/>
            <p:nvPr/>
          </p:nvSpPr>
          <p:spPr>
            <a:xfrm>
              <a:off x="358925" y="2515188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21" name="Google Shape;321;p33">
              <a:extLst>
                <a:ext uri="{FF2B5EF4-FFF2-40B4-BE49-F238E27FC236}">
                  <a16:creationId xmlns:a16="http://schemas.microsoft.com/office/drawing/2014/main" id="{45551F9C-0ED8-528D-8FFE-DC103176FE10}"/>
                </a:ext>
              </a:extLst>
            </p:cNvPr>
            <p:cNvSpPr/>
            <p:nvPr/>
          </p:nvSpPr>
          <p:spPr>
            <a:xfrm>
              <a:off x="358925" y="284192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22" name="Google Shape;322;p33">
              <a:extLst>
                <a:ext uri="{FF2B5EF4-FFF2-40B4-BE49-F238E27FC236}">
                  <a16:creationId xmlns:a16="http://schemas.microsoft.com/office/drawing/2014/main" id="{0BD630C2-2A46-0CE6-2A50-0F7B6A8B02E7}"/>
                </a:ext>
              </a:extLst>
            </p:cNvPr>
            <p:cNvSpPr/>
            <p:nvPr/>
          </p:nvSpPr>
          <p:spPr>
            <a:xfrm>
              <a:off x="709062" y="2841925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23" name="Google Shape;323;p33">
              <a:extLst>
                <a:ext uri="{FF2B5EF4-FFF2-40B4-BE49-F238E27FC236}">
                  <a16:creationId xmlns:a16="http://schemas.microsoft.com/office/drawing/2014/main" id="{5862B49D-07A5-96FA-E7DC-631427CC8DEC}"/>
                </a:ext>
              </a:extLst>
            </p:cNvPr>
            <p:cNvSpPr/>
            <p:nvPr/>
          </p:nvSpPr>
          <p:spPr>
            <a:xfrm>
              <a:off x="1059518" y="2841925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24" name="Google Shape;324;p33">
              <a:extLst>
                <a:ext uri="{FF2B5EF4-FFF2-40B4-BE49-F238E27FC236}">
                  <a16:creationId xmlns:a16="http://schemas.microsoft.com/office/drawing/2014/main" id="{B359FC64-C9B5-E654-A76F-D7EB46CDDDC5}"/>
                </a:ext>
              </a:extLst>
            </p:cNvPr>
            <p:cNvSpPr/>
            <p:nvPr/>
          </p:nvSpPr>
          <p:spPr>
            <a:xfrm>
              <a:off x="358925" y="315250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25" name="Google Shape;325;p33">
              <a:extLst>
                <a:ext uri="{FF2B5EF4-FFF2-40B4-BE49-F238E27FC236}">
                  <a16:creationId xmlns:a16="http://schemas.microsoft.com/office/drawing/2014/main" id="{AA8CF2F1-5D2E-4CE2-C3D8-60B63E401501}"/>
                </a:ext>
              </a:extLst>
            </p:cNvPr>
            <p:cNvSpPr/>
            <p:nvPr/>
          </p:nvSpPr>
          <p:spPr>
            <a:xfrm>
              <a:off x="358925" y="349535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26" name="Google Shape;326;p33">
              <a:extLst>
                <a:ext uri="{FF2B5EF4-FFF2-40B4-BE49-F238E27FC236}">
                  <a16:creationId xmlns:a16="http://schemas.microsoft.com/office/drawing/2014/main" id="{7A740C32-1035-9F88-7EBF-692700D7D902}"/>
                </a:ext>
              </a:extLst>
            </p:cNvPr>
            <p:cNvSpPr/>
            <p:nvPr/>
          </p:nvSpPr>
          <p:spPr>
            <a:xfrm>
              <a:off x="358925" y="3804275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27" name="Google Shape;327;p33">
              <a:extLst>
                <a:ext uri="{FF2B5EF4-FFF2-40B4-BE49-F238E27FC236}">
                  <a16:creationId xmlns:a16="http://schemas.microsoft.com/office/drawing/2014/main" id="{FF407F0A-532A-6CAA-76E2-BD7FBB033648}"/>
                </a:ext>
              </a:extLst>
            </p:cNvPr>
            <p:cNvSpPr/>
            <p:nvPr/>
          </p:nvSpPr>
          <p:spPr>
            <a:xfrm>
              <a:off x="358925" y="411320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28" name="Google Shape;328;p33">
              <a:extLst>
                <a:ext uri="{FF2B5EF4-FFF2-40B4-BE49-F238E27FC236}">
                  <a16:creationId xmlns:a16="http://schemas.microsoft.com/office/drawing/2014/main" id="{5F907877-FCCA-4EE0-1FC1-A2FE54FACF74}"/>
                </a:ext>
              </a:extLst>
            </p:cNvPr>
            <p:cNvSpPr/>
            <p:nvPr/>
          </p:nvSpPr>
          <p:spPr>
            <a:xfrm>
              <a:off x="709062" y="315250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29" name="Google Shape;329;p33">
              <a:extLst>
                <a:ext uri="{FF2B5EF4-FFF2-40B4-BE49-F238E27FC236}">
                  <a16:creationId xmlns:a16="http://schemas.microsoft.com/office/drawing/2014/main" id="{184EBC7C-9238-C7BF-444E-B42162368C28}"/>
                </a:ext>
              </a:extLst>
            </p:cNvPr>
            <p:cNvSpPr/>
            <p:nvPr/>
          </p:nvSpPr>
          <p:spPr>
            <a:xfrm>
              <a:off x="683525" y="349535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30" name="Google Shape;330;p33">
              <a:extLst>
                <a:ext uri="{FF2B5EF4-FFF2-40B4-BE49-F238E27FC236}">
                  <a16:creationId xmlns:a16="http://schemas.microsoft.com/office/drawing/2014/main" id="{CAF5FD06-E7BB-99A2-12EA-176AFA0D7BC7}"/>
                </a:ext>
              </a:extLst>
            </p:cNvPr>
            <p:cNvSpPr/>
            <p:nvPr/>
          </p:nvSpPr>
          <p:spPr>
            <a:xfrm>
              <a:off x="709062" y="3804275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31" name="Google Shape;331;p33">
              <a:extLst>
                <a:ext uri="{FF2B5EF4-FFF2-40B4-BE49-F238E27FC236}">
                  <a16:creationId xmlns:a16="http://schemas.microsoft.com/office/drawing/2014/main" id="{5EAD388F-1CD3-5BF6-4A1D-17DF3B4AAD55}"/>
                </a:ext>
              </a:extLst>
            </p:cNvPr>
            <p:cNvSpPr/>
            <p:nvPr/>
          </p:nvSpPr>
          <p:spPr>
            <a:xfrm>
              <a:off x="709062" y="4130163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32" name="Google Shape;332;p33">
              <a:extLst>
                <a:ext uri="{FF2B5EF4-FFF2-40B4-BE49-F238E27FC236}">
                  <a16:creationId xmlns:a16="http://schemas.microsoft.com/office/drawing/2014/main" id="{94E46DAA-5AB1-7ACA-B96B-A89427544D19}"/>
                </a:ext>
              </a:extLst>
            </p:cNvPr>
            <p:cNvSpPr/>
            <p:nvPr/>
          </p:nvSpPr>
          <p:spPr>
            <a:xfrm>
              <a:off x="709062" y="445605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33" name="Google Shape;333;p33">
              <a:extLst>
                <a:ext uri="{FF2B5EF4-FFF2-40B4-BE49-F238E27FC236}">
                  <a16:creationId xmlns:a16="http://schemas.microsoft.com/office/drawing/2014/main" id="{554636CA-1BF0-5431-CEF6-B828E04D5832}"/>
                </a:ext>
              </a:extLst>
            </p:cNvPr>
            <p:cNvSpPr/>
            <p:nvPr/>
          </p:nvSpPr>
          <p:spPr>
            <a:xfrm>
              <a:off x="973809" y="3152500"/>
              <a:ext cx="4155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34" name="Google Shape;334;p33">
              <a:extLst>
                <a:ext uri="{FF2B5EF4-FFF2-40B4-BE49-F238E27FC236}">
                  <a16:creationId xmlns:a16="http://schemas.microsoft.com/office/drawing/2014/main" id="{A5CA5043-183A-E5CA-2BDA-2769B9A9A2CE}"/>
                </a:ext>
              </a:extLst>
            </p:cNvPr>
            <p:cNvSpPr/>
            <p:nvPr/>
          </p:nvSpPr>
          <p:spPr>
            <a:xfrm>
              <a:off x="973809" y="3495350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35" name="Google Shape;335;p33">
              <a:extLst>
                <a:ext uri="{FF2B5EF4-FFF2-40B4-BE49-F238E27FC236}">
                  <a16:creationId xmlns:a16="http://schemas.microsoft.com/office/drawing/2014/main" id="{33BA7EA4-D107-3B0A-BAE1-A2D6AE8C6AEF}"/>
                </a:ext>
              </a:extLst>
            </p:cNvPr>
            <p:cNvSpPr/>
            <p:nvPr/>
          </p:nvSpPr>
          <p:spPr>
            <a:xfrm>
              <a:off x="994246" y="3804275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36" name="Google Shape;336;p33">
              <a:extLst>
                <a:ext uri="{FF2B5EF4-FFF2-40B4-BE49-F238E27FC236}">
                  <a16:creationId xmlns:a16="http://schemas.microsoft.com/office/drawing/2014/main" id="{99C820BC-ED56-1F97-E485-1FDCBB8C056B}"/>
                </a:ext>
              </a:extLst>
            </p:cNvPr>
            <p:cNvSpPr/>
            <p:nvPr/>
          </p:nvSpPr>
          <p:spPr>
            <a:xfrm>
              <a:off x="994246" y="4148775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37" name="Google Shape;337;p33">
              <a:extLst>
                <a:ext uri="{FF2B5EF4-FFF2-40B4-BE49-F238E27FC236}">
                  <a16:creationId xmlns:a16="http://schemas.microsoft.com/office/drawing/2014/main" id="{0C5D25F3-3D22-D600-8A0E-75B517FE5521}"/>
                </a:ext>
              </a:extLst>
            </p:cNvPr>
            <p:cNvSpPr/>
            <p:nvPr/>
          </p:nvSpPr>
          <p:spPr>
            <a:xfrm>
              <a:off x="994246" y="4456050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38" name="Google Shape;338;p33">
              <a:extLst>
                <a:ext uri="{FF2B5EF4-FFF2-40B4-BE49-F238E27FC236}">
                  <a16:creationId xmlns:a16="http://schemas.microsoft.com/office/drawing/2014/main" id="{BF6F134C-B6F0-8A22-0003-A6ACAA337504}"/>
                </a:ext>
              </a:extLst>
            </p:cNvPr>
            <p:cNvSpPr/>
            <p:nvPr/>
          </p:nvSpPr>
          <p:spPr>
            <a:xfrm>
              <a:off x="1439171" y="3152500"/>
              <a:ext cx="3783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39" name="Google Shape;339;p33">
              <a:extLst>
                <a:ext uri="{FF2B5EF4-FFF2-40B4-BE49-F238E27FC236}">
                  <a16:creationId xmlns:a16="http://schemas.microsoft.com/office/drawing/2014/main" id="{BA28AC6A-E822-56BD-FE0D-FEBA2B778D5E}"/>
                </a:ext>
              </a:extLst>
            </p:cNvPr>
            <p:cNvSpPr/>
            <p:nvPr/>
          </p:nvSpPr>
          <p:spPr>
            <a:xfrm>
              <a:off x="1629567" y="3478388"/>
              <a:ext cx="3783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40" name="Google Shape;340;p33">
              <a:extLst>
                <a:ext uri="{FF2B5EF4-FFF2-40B4-BE49-F238E27FC236}">
                  <a16:creationId xmlns:a16="http://schemas.microsoft.com/office/drawing/2014/main" id="{B69D1E2C-9A05-0CB1-2CD1-89F9FB317B38}"/>
                </a:ext>
              </a:extLst>
            </p:cNvPr>
            <p:cNvSpPr/>
            <p:nvPr/>
          </p:nvSpPr>
          <p:spPr>
            <a:xfrm>
              <a:off x="1740173" y="3804300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41" name="Google Shape;341;p33">
              <a:extLst>
                <a:ext uri="{FF2B5EF4-FFF2-40B4-BE49-F238E27FC236}">
                  <a16:creationId xmlns:a16="http://schemas.microsoft.com/office/drawing/2014/main" id="{E2605B5B-9E73-5072-DC69-CD9B52183735}"/>
                </a:ext>
              </a:extLst>
            </p:cNvPr>
            <p:cNvSpPr/>
            <p:nvPr/>
          </p:nvSpPr>
          <p:spPr>
            <a:xfrm>
              <a:off x="1740173" y="4456100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42" name="Google Shape;342;p33">
              <a:extLst>
                <a:ext uri="{FF2B5EF4-FFF2-40B4-BE49-F238E27FC236}">
                  <a16:creationId xmlns:a16="http://schemas.microsoft.com/office/drawing/2014/main" id="{BE5B01B0-5A9F-A349-A011-D59536F74494}"/>
                </a:ext>
              </a:extLst>
            </p:cNvPr>
            <p:cNvSpPr/>
            <p:nvPr/>
          </p:nvSpPr>
          <p:spPr>
            <a:xfrm>
              <a:off x="757650" y="2182588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43" name="Google Shape;343;p33">
              <a:extLst>
                <a:ext uri="{FF2B5EF4-FFF2-40B4-BE49-F238E27FC236}">
                  <a16:creationId xmlns:a16="http://schemas.microsoft.com/office/drawing/2014/main" id="{3FDD288A-604F-6A72-1295-0BB15EE8B16E}"/>
                </a:ext>
              </a:extLst>
            </p:cNvPr>
            <p:cNvSpPr/>
            <p:nvPr/>
          </p:nvSpPr>
          <p:spPr>
            <a:xfrm>
              <a:off x="757650" y="2512250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44" name="Google Shape;344;p33">
              <a:extLst>
                <a:ext uri="{FF2B5EF4-FFF2-40B4-BE49-F238E27FC236}">
                  <a16:creationId xmlns:a16="http://schemas.microsoft.com/office/drawing/2014/main" id="{3B77A26F-DB20-5E1C-2501-DD95C2EEF276}"/>
                </a:ext>
              </a:extLst>
            </p:cNvPr>
            <p:cNvSpPr/>
            <p:nvPr/>
          </p:nvSpPr>
          <p:spPr>
            <a:xfrm>
              <a:off x="1445575" y="2509300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45" name="Google Shape;345;p33">
              <a:extLst>
                <a:ext uri="{FF2B5EF4-FFF2-40B4-BE49-F238E27FC236}">
                  <a16:creationId xmlns:a16="http://schemas.microsoft.com/office/drawing/2014/main" id="{9D5CB5FF-2D1D-7982-3FE5-5E870450048E}"/>
                </a:ext>
              </a:extLst>
            </p:cNvPr>
            <p:cNvSpPr/>
            <p:nvPr/>
          </p:nvSpPr>
          <p:spPr>
            <a:xfrm>
              <a:off x="1344900" y="2841925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46" name="Google Shape;346;p33">
              <a:extLst>
                <a:ext uri="{FF2B5EF4-FFF2-40B4-BE49-F238E27FC236}">
                  <a16:creationId xmlns:a16="http://schemas.microsoft.com/office/drawing/2014/main" id="{210DFBE7-A6ED-3B4C-6973-039AD889F225}"/>
                </a:ext>
              </a:extLst>
            </p:cNvPr>
            <p:cNvSpPr/>
            <p:nvPr/>
          </p:nvSpPr>
          <p:spPr>
            <a:xfrm>
              <a:off x="1740250" y="4148775"/>
              <a:ext cx="4578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47" name="Google Shape;347;p33">
              <a:extLst>
                <a:ext uri="{FF2B5EF4-FFF2-40B4-BE49-F238E27FC236}">
                  <a16:creationId xmlns:a16="http://schemas.microsoft.com/office/drawing/2014/main" id="{E7FDCB22-2D97-D677-06E0-7541AC7DBEF1}"/>
                </a:ext>
              </a:extLst>
            </p:cNvPr>
            <p:cNvSpPr/>
            <p:nvPr/>
          </p:nvSpPr>
          <p:spPr>
            <a:xfrm>
              <a:off x="2043300" y="4456050"/>
              <a:ext cx="4578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390346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F884D2DE-F0DC-22EC-2CD9-8EA95B819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73FEDF96-EFC0-E538-58EC-DD953D917D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/>
              <a:t>Fundamento teórico</a:t>
            </a:r>
            <a:endParaRPr lang="es-ES" noProof="0" dirty="0">
              <a:solidFill>
                <a:schemeClr val="accent4"/>
              </a:solidFill>
            </a:endParaRPr>
          </a:p>
        </p:txBody>
      </p:sp>
      <p:sp>
        <p:nvSpPr>
          <p:cNvPr id="498" name="Google Shape;498;p38">
            <a:extLst>
              <a:ext uri="{FF2B5EF4-FFF2-40B4-BE49-F238E27FC236}">
                <a16:creationId xmlns:a16="http://schemas.microsoft.com/office/drawing/2014/main" id="{468E097A-8064-4B64-6516-5ED856BB76F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918497" y="1835757"/>
            <a:ext cx="3271743" cy="148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U</a:t>
            </a:r>
            <a:r>
              <a:rPr lang="es-ES" noProof="0" dirty="0" err="1"/>
              <a:t>tiliza</a:t>
            </a:r>
            <a:r>
              <a:rPr lang="es-ES" noProof="0" dirty="0"/>
              <a:t> &lt;&gt; para símbolos no terminales, usa ::= para definiciones y | para alternativas.</a:t>
            </a: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6C1DEC31-53C7-2044-102D-FEF6D064228F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941514" y="1835757"/>
            <a:ext cx="3705727" cy="20455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/>
              <a:t>La gramática es un sistema formal de conjunto de reglas los cuales describen la estructura de un lenguaje, definen la sintaxis y reglas de un lenguaje. Formado por símbolos terminales, no terminales, símbolo inicial y las reglas de producción</a:t>
            </a:r>
          </a:p>
        </p:txBody>
      </p:sp>
      <p:sp>
        <p:nvSpPr>
          <p:cNvPr id="500" name="Google Shape;500;p38">
            <a:extLst>
              <a:ext uri="{FF2B5EF4-FFF2-40B4-BE49-F238E27FC236}">
                <a16:creationId xmlns:a16="http://schemas.microsoft.com/office/drawing/2014/main" id="{D8AE8694-AA75-7AD6-19F6-52E796222003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941515" y="1276857"/>
            <a:ext cx="3235202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/>
              <a:t>Gramática Formal</a:t>
            </a:r>
          </a:p>
        </p:txBody>
      </p:sp>
      <p:sp>
        <p:nvSpPr>
          <p:cNvPr id="501" name="Google Shape;501;p38">
            <a:extLst>
              <a:ext uri="{FF2B5EF4-FFF2-40B4-BE49-F238E27FC236}">
                <a16:creationId xmlns:a16="http://schemas.microsoft.com/office/drawing/2014/main" id="{098765D7-302F-72C4-B3E2-AAA0B33DD14A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4918498" y="1276857"/>
            <a:ext cx="27894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/>
              <a:t>Gramática BNF</a:t>
            </a:r>
          </a:p>
        </p:txBody>
      </p:sp>
      <p:grpSp>
        <p:nvGrpSpPr>
          <p:cNvPr id="504" name="Google Shape;504;p38">
            <a:extLst>
              <a:ext uri="{FF2B5EF4-FFF2-40B4-BE49-F238E27FC236}">
                <a16:creationId xmlns:a16="http://schemas.microsoft.com/office/drawing/2014/main" id="{94740459-0AD7-B760-28FE-3DA791855AE1}"/>
              </a:ext>
            </a:extLst>
          </p:cNvPr>
          <p:cNvGrpSpPr/>
          <p:nvPr/>
        </p:nvGrpSpPr>
        <p:grpSpPr>
          <a:xfrm>
            <a:off x="350039" y="3944000"/>
            <a:ext cx="2536147" cy="887325"/>
            <a:chOff x="880714" y="3731738"/>
            <a:chExt cx="2536147" cy="887325"/>
          </a:xfrm>
        </p:grpSpPr>
        <p:sp>
          <p:nvSpPr>
            <p:cNvPr id="505" name="Google Shape;505;p38">
              <a:extLst>
                <a:ext uri="{FF2B5EF4-FFF2-40B4-BE49-F238E27FC236}">
                  <a16:creationId xmlns:a16="http://schemas.microsoft.com/office/drawing/2014/main" id="{74B3A223-9FF0-52D2-7C0E-E6773090B62E}"/>
                </a:ext>
              </a:extLst>
            </p:cNvPr>
            <p:cNvSpPr/>
            <p:nvPr/>
          </p:nvSpPr>
          <p:spPr>
            <a:xfrm>
              <a:off x="880714" y="37482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506" name="Google Shape;506;p38">
              <a:extLst>
                <a:ext uri="{FF2B5EF4-FFF2-40B4-BE49-F238E27FC236}">
                  <a16:creationId xmlns:a16="http://schemas.microsoft.com/office/drawing/2014/main" id="{D928CE93-19AB-BC62-5C72-D9FF84B677FD}"/>
                </a:ext>
              </a:extLst>
            </p:cNvPr>
            <p:cNvSpPr/>
            <p:nvPr/>
          </p:nvSpPr>
          <p:spPr>
            <a:xfrm>
              <a:off x="880714" y="39872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507" name="Google Shape;507;p38">
              <a:extLst>
                <a:ext uri="{FF2B5EF4-FFF2-40B4-BE49-F238E27FC236}">
                  <a16:creationId xmlns:a16="http://schemas.microsoft.com/office/drawing/2014/main" id="{3F0D4476-514F-B3BC-D2A6-FB158E874BA7}"/>
                </a:ext>
              </a:extLst>
            </p:cNvPr>
            <p:cNvSpPr/>
            <p:nvPr/>
          </p:nvSpPr>
          <p:spPr>
            <a:xfrm>
              <a:off x="880732" y="42605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508" name="Google Shape;508;p38">
              <a:extLst>
                <a:ext uri="{FF2B5EF4-FFF2-40B4-BE49-F238E27FC236}">
                  <a16:creationId xmlns:a16="http://schemas.microsoft.com/office/drawing/2014/main" id="{6F7D75FF-F2A7-4FCB-8110-4D6C166E7259}"/>
                </a:ext>
              </a:extLst>
            </p:cNvPr>
            <p:cNvSpPr/>
            <p:nvPr/>
          </p:nvSpPr>
          <p:spPr>
            <a:xfrm>
              <a:off x="1374131" y="4260575"/>
              <a:ext cx="5244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509" name="Google Shape;509;p38">
              <a:extLst>
                <a:ext uri="{FF2B5EF4-FFF2-40B4-BE49-F238E27FC236}">
                  <a16:creationId xmlns:a16="http://schemas.microsoft.com/office/drawing/2014/main" id="{74E575B5-5C39-A6FE-9510-4244AF34961F}"/>
                </a:ext>
              </a:extLst>
            </p:cNvPr>
            <p:cNvSpPr/>
            <p:nvPr/>
          </p:nvSpPr>
          <p:spPr>
            <a:xfrm>
              <a:off x="2032952" y="4260575"/>
              <a:ext cx="661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510" name="Google Shape;510;p38">
              <a:extLst>
                <a:ext uri="{FF2B5EF4-FFF2-40B4-BE49-F238E27FC236}">
                  <a16:creationId xmlns:a16="http://schemas.microsoft.com/office/drawing/2014/main" id="{14E10A5D-A6FE-1303-3FE6-CED2DF2AE584}"/>
                </a:ext>
              </a:extLst>
            </p:cNvPr>
            <p:cNvSpPr/>
            <p:nvPr/>
          </p:nvSpPr>
          <p:spPr>
            <a:xfrm>
              <a:off x="2783250" y="4260575"/>
              <a:ext cx="241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511" name="Google Shape;511;p38">
              <a:extLst>
                <a:ext uri="{FF2B5EF4-FFF2-40B4-BE49-F238E27FC236}">
                  <a16:creationId xmlns:a16="http://schemas.microsoft.com/office/drawing/2014/main" id="{0845B90F-6E4D-8D2C-E700-5F84ACE47A4B}"/>
                </a:ext>
              </a:extLst>
            </p:cNvPr>
            <p:cNvSpPr/>
            <p:nvPr/>
          </p:nvSpPr>
          <p:spPr>
            <a:xfrm>
              <a:off x="880732" y="44691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512" name="Google Shape;512;p38">
              <a:extLst>
                <a:ext uri="{FF2B5EF4-FFF2-40B4-BE49-F238E27FC236}">
                  <a16:creationId xmlns:a16="http://schemas.microsoft.com/office/drawing/2014/main" id="{7F9519A6-8F9C-08EF-CC38-56544A2A19E0}"/>
                </a:ext>
              </a:extLst>
            </p:cNvPr>
            <p:cNvSpPr/>
            <p:nvPr/>
          </p:nvSpPr>
          <p:spPr>
            <a:xfrm>
              <a:off x="1374131" y="4469100"/>
              <a:ext cx="834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513" name="Google Shape;513;p38">
              <a:extLst>
                <a:ext uri="{FF2B5EF4-FFF2-40B4-BE49-F238E27FC236}">
                  <a16:creationId xmlns:a16="http://schemas.microsoft.com/office/drawing/2014/main" id="{F5410CFE-6BD0-93A1-77C1-CD337C461BDB}"/>
                </a:ext>
              </a:extLst>
            </p:cNvPr>
            <p:cNvSpPr/>
            <p:nvPr/>
          </p:nvSpPr>
          <p:spPr>
            <a:xfrm>
              <a:off x="2318331" y="44691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514" name="Google Shape;514;p38">
              <a:extLst>
                <a:ext uri="{FF2B5EF4-FFF2-40B4-BE49-F238E27FC236}">
                  <a16:creationId xmlns:a16="http://schemas.microsoft.com/office/drawing/2014/main" id="{A67E133D-E556-48A0-C4AF-C213BE847EC6}"/>
                </a:ext>
              </a:extLst>
            </p:cNvPr>
            <p:cNvSpPr/>
            <p:nvPr/>
          </p:nvSpPr>
          <p:spPr>
            <a:xfrm>
              <a:off x="2783561" y="44711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515" name="Google Shape;515;p38">
              <a:extLst>
                <a:ext uri="{FF2B5EF4-FFF2-40B4-BE49-F238E27FC236}">
                  <a16:creationId xmlns:a16="http://schemas.microsoft.com/office/drawing/2014/main" id="{10F15508-A208-FED1-313E-2597A665157A}"/>
                </a:ext>
              </a:extLst>
            </p:cNvPr>
            <p:cNvSpPr/>
            <p:nvPr/>
          </p:nvSpPr>
          <p:spPr>
            <a:xfrm>
              <a:off x="1301861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516" name="Google Shape;516;p38">
              <a:extLst>
                <a:ext uri="{FF2B5EF4-FFF2-40B4-BE49-F238E27FC236}">
                  <a16:creationId xmlns:a16="http://schemas.microsoft.com/office/drawing/2014/main" id="{1AD57D82-0046-DFD0-F1B1-2B6D780C340D}"/>
                </a:ext>
              </a:extLst>
            </p:cNvPr>
            <p:cNvSpPr/>
            <p:nvPr/>
          </p:nvSpPr>
          <p:spPr>
            <a:xfrm>
              <a:off x="1301861" y="37317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517" name="Google Shape;517;p38">
              <a:extLst>
                <a:ext uri="{FF2B5EF4-FFF2-40B4-BE49-F238E27FC236}">
                  <a16:creationId xmlns:a16="http://schemas.microsoft.com/office/drawing/2014/main" id="{38E5DD2C-1234-1714-9FD0-530A283F6A47}"/>
                </a:ext>
              </a:extLst>
            </p:cNvPr>
            <p:cNvSpPr/>
            <p:nvPr/>
          </p:nvSpPr>
          <p:spPr>
            <a:xfrm>
              <a:off x="2028686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</p:grpSp>
      <p:sp>
        <p:nvSpPr>
          <p:cNvPr id="4" name="Google Shape;501;p38">
            <a:extLst>
              <a:ext uri="{FF2B5EF4-FFF2-40B4-BE49-F238E27FC236}">
                <a16:creationId xmlns:a16="http://schemas.microsoft.com/office/drawing/2014/main" id="{D47FF0C0-03F1-5C85-80D3-674B8E5FC2BB}"/>
              </a:ext>
            </a:extLst>
          </p:cNvPr>
          <p:cNvSpPr txBox="1">
            <a:spLocks/>
          </p:cNvSpPr>
          <p:nvPr/>
        </p:nvSpPr>
        <p:spPr>
          <a:xfrm>
            <a:off x="4918498" y="2952404"/>
            <a:ext cx="27894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s-ES" noProof="0" dirty="0"/>
              <a:t>Gramática EBNF</a:t>
            </a:r>
          </a:p>
        </p:txBody>
      </p:sp>
      <p:sp>
        <p:nvSpPr>
          <p:cNvPr id="2" name="Google Shape;498;p38">
            <a:extLst>
              <a:ext uri="{FF2B5EF4-FFF2-40B4-BE49-F238E27FC236}">
                <a16:creationId xmlns:a16="http://schemas.microsoft.com/office/drawing/2014/main" id="{57C01A3D-7E22-1BFF-2B3E-D385FA557E8E}"/>
              </a:ext>
            </a:extLst>
          </p:cNvPr>
          <p:cNvSpPr txBox="1">
            <a:spLocks/>
          </p:cNvSpPr>
          <p:nvPr/>
        </p:nvSpPr>
        <p:spPr>
          <a:xfrm>
            <a:off x="4918496" y="3394039"/>
            <a:ext cx="3271743" cy="14805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171450" lvl="0" indent="-171450" algn="l" defTabSz="6858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500" b="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514350" lvl="1" indent="-17145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857250" lvl="2" indent="-17145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200150" lvl="3" indent="-17145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543050" lvl="4" indent="-17145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1885950" lvl="5" indent="-17145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228850" lvl="6" indent="-17145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2571750" lvl="7" indent="-17145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2914650" lvl="8" indent="-17145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 algn="just"/>
            <a:r>
              <a:rPr lang="es-ES" dirty="0"/>
              <a:t>Introduce símbolos adicionales como [] para elementos opcionales, {} para repeticiones y () para agrupaciones.</a:t>
            </a:r>
          </a:p>
        </p:txBody>
      </p:sp>
    </p:spTree>
    <p:extLst>
      <p:ext uri="{BB962C8B-B14F-4D97-AF65-F5344CB8AC3E}">
        <p14:creationId xmlns:p14="http://schemas.microsoft.com/office/powerpoint/2010/main" val="1172170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>
          <a:extLst>
            <a:ext uri="{FF2B5EF4-FFF2-40B4-BE49-F238E27FC236}">
              <a16:creationId xmlns:a16="http://schemas.microsoft.com/office/drawing/2014/main" id="{50117921-74E4-AC58-84E8-74D2FE5CC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6">
            <a:extLst>
              <a:ext uri="{FF2B5EF4-FFF2-40B4-BE49-F238E27FC236}">
                <a16:creationId xmlns:a16="http://schemas.microsoft.com/office/drawing/2014/main" id="{593ECA0F-B010-175E-8929-EE8EF9D206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/>
              <a:t>Fundamento Teórico</a:t>
            </a:r>
            <a:endParaRPr lang="es-ES" noProof="0" dirty="0">
              <a:solidFill>
                <a:schemeClr val="lt2"/>
              </a:solidFill>
            </a:endParaRPr>
          </a:p>
        </p:txBody>
      </p:sp>
      <p:sp>
        <p:nvSpPr>
          <p:cNvPr id="432" name="Google Shape;432;p36">
            <a:extLst>
              <a:ext uri="{FF2B5EF4-FFF2-40B4-BE49-F238E27FC236}">
                <a16:creationId xmlns:a16="http://schemas.microsoft.com/office/drawing/2014/main" id="{ECD52B2A-9C68-1BD2-A6FD-D3ED0A94C9A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821898" y="1443125"/>
            <a:ext cx="3602100" cy="14202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s-ES" dirty="0">
                <a:solidFill>
                  <a:schemeClr val="lt2"/>
                </a:solidFill>
              </a:rPr>
              <a:t>Árboles Sintácticos</a:t>
            </a:r>
            <a:endParaRPr lang="es-ES" noProof="0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Muestra la estructura sintáctica de un lenguaje, representando cualquier sentencia generada por la gramática.</a:t>
            </a:r>
            <a:endParaRPr lang="es-ES" noProof="0" dirty="0"/>
          </a:p>
        </p:txBody>
      </p:sp>
      <p:sp>
        <p:nvSpPr>
          <p:cNvPr id="433" name="Google Shape;433;p36">
            <a:extLst>
              <a:ext uri="{FF2B5EF4-FFF2-40B4-BE49-F238E27FC236}">
                <a16:creationId xmlns:a16="http://schemas.microsoft.com/office/drawing/2014/main" id="{03BC77AC-E060-DD89-C2D9-0FC4F06DA3E8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1443125"/>
            <a:ext cx="3526100" cy="243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s-ES" dirty="0">
                <a:solidFill>
                  <a:schemeClr val="lt2"/>
                </a:solidFill>
              </a:rPr>
              <a:t>Diagramas de Conway</a:t>
            </a:r>
            <a:endParaRPr lang="es-ES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Estos diagramas constituyen un mecanismo gráfico en los que se puede reflejar el lenguaje reconocible por una gramática</a:t>
            </a:r>
            <a:endParaRPr lang="es-ES" noProof="0" dirty="0"/>
          </a:p>
        </p:txBody>
      </p:sp>
      <p:grpSp>
        <p:nvGrpSpPr>
          <p:cNvPr id="434" name="Google Shape;434;p36">
            <a:extLst>
              <a:ext uri="{FF2B5EF4-FFF2-40B4-BE49-F238E27FC236}">
                <a16:creationId xmlns:a16="http://schemas.microsoft.com/office/drawing/2014/main" id="{AC49C69B-B07D-61AA-1B20-0AD976ADF6EC}"/>
              </a:ext>
            </a:extLst>
          </p:cNvPr>
          <p:cNvGrpSpPr/>
          <p:nvPr/>
        </p:nvGrpSpPr>
        <p:grpSpPr>
          <a:xfrm>
            <a:off x="350039" y="3944000"/>
            <a:ext cx="2536147" cy="887325"/>
            <a:chOff x="880714" y="3731738"/>
            <a:chExt cx="2536147" cy="887325"/>
          </a:xfrm>
        </p:grpSpPr>
        <p:sp>
          <p:nvSpPr>
            <p:cNvPr id="435" name="Google Shape;435;p36">
              <a:extLst>
                <a:ext uri="{FF2B5EF4-FFF2-40B4-BE49-F238E27FC236}">
                  <a16:creationId xmlns:a16="http://schemas.microsoft.com/office/drawing/2014/main" id="{966EAC45-A941-838D-2583-4A09A7EDE284}"/>
                </a:ext>
              </a:extLst>
            </p:cNvPr>
            <p:cNvSpPr/>
            <p:nvPr/>
          </p:nvSpPr>
          <p:spPr>
            <a:xfrm>
              <a:off x="880714" y="37482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36" name="Google Shape;436;p36">
              <a:extLst>
                <a:ext uri="{FF2B5EF4-FFF2-40B4-BE49-F238E27FC236}">
                  <a16:creationId xmlns:a16="http://schemas.microsoft.com/office/drawing/2014/main" id="{DFE5A658-C4B3-62BD-C471-A49F2E965357}"/>
                </a:ext>
              </a:extLst>
            </p:cNvPr>
            <p:cNvSpPr/>
            <p:nvPr/>
          </p:nvSpPr>
          <p:spPr>
            <a:xfrm>
              <a:off x="880714" y="39872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37" name="Google Shape;437;p36">
              <a:extLst>
                <a:ext uri="{FF2B5EF4-FFF2-40B4-BE49-F238E27FC236}">
                  <a16:creationId xmlns:a16="http://schemas.microsoft.com/office/drawing/2014/main" id="{F1D5D57C-4C1D-921B-D4F0-FCD800E5DE22}"/>
                </a:ext>
              </a:extLst>
            </p:cNvPr>
            <p:cNvSpPr/>
            <p:nvPr/>
          </p:nvSpPr>
          <p:spPr>
            <a:xfrm>
              <a:off x="880732" y="42605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38" name="Google Shape;438;p36">
              <a:extLst>
                <a:ext uri="{FF2B5EF4-FFF2-40B4-BE49-F238E27FC236}">
                  <a16:creationId xmlns:a16="http://schemas.microsoft.com/office/drawing/2014/main" id="{7F936C67-7923-1B28-4024-7B4450D74349}"/>
                </a:ext>
              </a:extLst>
            </p:cNvPr>
            <p:cNvSpPr/>
            <p:nvPr/>
          </p:nvSpPr>
          <p:spPr>
            <a:xfrm>
              <a:off x="1374131" y="4260575"/>
              <a:ext cx="5244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39" name="Google Shape;439;p36">
              <a:extLst>
                <a:ext uri="{FF2B5EF4-FFF2-40B4-BE49-F238E27FC236}">
                  <a16:creationId xmlns:a16="http://schemas.microsoft.com/office/drawing/2014/main" id="{364E80DB-2040-36DC-F0A4-ED42BFB39893}"/>
                </a:ext>
              </a:extLst>
            </p:cNvPr>
            <p:cNvSpPr/>
            <p:nvPr/>
          </p:nvSpPr>
          <p:spPr>
            <a:xfrm>
              <a:off x="2032952" y="4260575"/>
              <a:ext cx="661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40" name="Google Shape;440;p36">
              <a:extLst>
                <a:ext uri="{FF2B5EF4-FFF2-40B4-BE49-F238E27FC236}">
                  <a16:creationId xmlns:a16="http://schemas.microsoft.com/office/drawing/2014/main" id="{5A0638C0-0875-FADA-F7CA-1E0D8EABCF20}"/>
                </a:ext>
              </a:extLst>
            </p:cNvPr>
            <p:cNvSpPr/>
            <p:nvPr/>
          </p:nvSpPr>
          <p:spPr>
            <a:xfrm>
              <a:off x="2783250" y="4260575"/>
              <a:ext cx="241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41" name="Google Shape;441;p36">
              <a:extLst>
                <a:ext uri="{FF2B5EF4-FFF2-40B4-BE49-F238E27FC236}">
                  <a16:creationId xmlns:a16="http://schemas.microsoft.com/office/drawing/2014/main" id="{3F665FF7-7444-6B7D-E1A2-9633B0A503F0}"/>
                </a:ext>
              </a:extLst>
            </p:cNvPr>
            <p:cNvSpPr/>
            <p:nvPr/>
          </p:nvSpPr>
          <p:spPr>
            <a:xfrm>
              <a:off x="880732" y="44691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42" name="Google Shape;442;p36">
              <a:extLst>
                <a:ext uri="{FF2B5EF4-FFF2-40B4-BE49-F238E27FC236}">
                  <a16:creationId xmlns:a16="http://schemas.microsoft.com/office/drawing/2014/main" id="{90949999-1B2B-4A56-D643-62751CE61D9C}"/>
                </a:ext>
              </a:extLst>
            </p:cNvPr>
            <p:cNvSpPr/>
            <p:nvPr/>
          </p:nvSpPr>
          <p:spPr>
            <a:xfrm>
              <a:off x="1374131" y="4469100"/>
              <a:ext cx="834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43" name="Google Shape;443;p36">
              <a:extLst>
                <a:ext uri="{FF2B5EF4-FFF2-40B4-BE49-F238E27FC236}">
                  <a16:creationId xmlns:a16="http://schemas.microsoft.com/office/drawing/2014/main" id="{6E3F512E-C996-B789-DFD3-F50CDD4653A8}"/>
                </a:ext>
              </a:extLst>
            </p:cNvPr>
            <p:cNvSpPr/>
            <p:nvPr/>
          </p:nvSpPr>
          <p:spPr>
            <a:xfrm>
              <a:off x="2318331" y="44691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44" name="Google Shape;444;p36">
              <a:extLst>
                <a:ext uri="{FF2B5EF4-FFF2-40B4-BE49-F238E27FC236}">
                  <a16:creationId xmlns:a16="http://schemas.microsoft.com/office/drawing/2014/main" id="{FB7E553A-0663-4A41-8B05-8EDC3388EB9E}"/>
                </a:ext>
              </a:extLst>
            </p:cNvPr>
            <p:cNvSpPr/>
            <p:nvPr/>
          </p:nvSpPr>
          <p:spPr>
            <a:xfrm>
              <a:off x="2783561" y="44711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45" name="Google Shape;445;p36">
              <a:extLst>
                <a:ext uri="{FF2B5EF4-FFF2-40B4-BE49-F238E27FC236}">
                  <a16:creationId xmlns:a16="http://schemas.microsoft.com/office/drawing/2014/main" id="{3FFD4DDA-5C86-0EB1-50F3-81EFEED2025C}"/>
                </a:ext>
              </a:extLst>
            </p:cNvPr>
            <p:cNvSpPr/>
            <p:nvPr/>
          </p:nvSpPr>
          <p:spPr>
            <a:xfrm>
              <a:off x="1301861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46" name="Google Shape;446;p36">
              <a:extLst>
                <a:ext uri="{FF2B5EF4-FFF2-40B4-BE49-F238E27FC236}">
                  <a16:creationId xmlns:a16="http://schemas.microsoft.com/office/drawing/2014/main" id="{24893EE2-41E1-9F40-8599-62771E3C9DD4}"/>
                </a:ext>
              </a:extLst>
            </p:cNvPr>
            <p:cNvSpPr/>
            <p:nvPr/>
          </p:nvSpPr>
          <p:spPr>
            <a:xfrm>
              <a:off x="1301861" y="37317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47" name="Google Shape;447;p36">
              <a:extLst>
                <a:ext uri="{FF2B5EF4-FFF2-40B4-BE49-F238E27FC236}">
                  <a16:creationId xmlns:a16="http://schemas.microsoft.com/office/drawing/2014/main" id="{9D79DF73-772E-159C-CAF8-375ABA261712}"/>
                </a:ext>
              </a:extLst>
            </p:cNvPr>
            <p:cNvSpPr/>
            <p:nvPr/>
          </p:nvSpPr>
          <p:spPr>
            <a:xfrm>
              <a:off x="2028686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</p:grpSp>
      <p:pic>
        <p:nvPicPr>
          <p:cNvPr id="5" name="Imagen 4" descr="Diagrama&#10;&#10;El contenido generado por IA puede ser incorrecto.">
            <a:extLst>
              <a:ext uri="{FF2B5EF4-FFF2-40B4-BE49-F238E27FC236}">
                <a16:creationId xmlns:a16="http://schemas.microsoft.com/office/drawing/2014/main" id="{9AAAF832-E0EB-B32D-0E90-ABA9AE8411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162" y="2863393"/>
            <a:ext cx="2916326" cy="951345"/>
          </a:xfrm>
          <a:prstGeom prst="rect">
            <a:avLst/>
          </a:prstGeom>
        </p:spPr>
      </p:pic>
      <p:pic>
        <p:nvPicPr>
          <p:cNvPr id="7" name="Imagen 6" descr="Forma&#10;&#10;El contenido generado por IA puede ser incorrecto.">
            <a:extLst>
              <a:ext uri="{FF2B5EF4-FFF2-40B4-BE49-F238E27FC236}">
                <a16:creationId xmlns:a16="http://schemas.microsoft.com/office/drawing/2014/main" id="{C678C043-6166-58C7-55D6-A12A021A9D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1762" y="2863394"/>
            <a:ext cx="1699735" cy="2030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249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>
          <a:extLst>
            <a:ext uri="{FF2B5EF4-FFF2-40B4-BE49-F238E27FC236}">
              <a16:creationId xmlns:a16="http://schemas.microsoft.com/office/drawing/2014/main" id="{50117921-74E4-AC58-84E8-74D2FE5CC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6">
            <a:extLst>
              <a:ext uri="{FF2B5EF4-FFF2-40B4-BE49-F238E27FC236}">
                <a16:creationId xmlns:a16="http://schemas.microsoft.com/office/drawing/2014/main" id="{593ECA0F-B010-175E-8929-EE8EF9D206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/>
              <a:t>Fundamento Teórico</a:t>
            </a:r>
            <a:endParaRPr lang="es-ES" noProof="0" dirty="0">
              <a:solidFill>
                <a:schemeClr val="lt2"/>
              </a:solidFill>
            </a:endParaRPr>
          </a:p>
        </p:txBody>
      </p:sp>
      <p:sp>
        <p:nvSpPr>
          <p:cNvPr id="433" name="Google Shape;433;p36">
            <a:extLst>
              <a:ext uri="{FF2B5EF4-FFF2-40B4-BE49-F238E27FC236}">
                <a16:creationId xmlns:a16="http://schemas.microsoft.com/office/drawing/2014/main" id="{03BC77AC-E060-DD89-C2D9-0FC4F06DA3E8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677639" y="1443125"/>
            <a:ext cx="3732995" cy="243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s-ES" dirty="0">
                <a:solidFill>
                  <a:schemeClr val="lt2"/>
                </a:solidFill>
              </a:rPr>
              <a:t>Autómatas finitos</a:t>
            </a:r>
            <a:endParaRPr lang="es-ES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Estos autómatas permiten modelar las transiciones de estado necesarias para identificar palabras reservadas, identificadores, números y operadores.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ES" noProof="0" dirty="0"/>
          </a:p>
        </p:txBody>
      </p:sp>
      <p:grpSp>
        <p:nvGrpSpPr>
          <p:cNvPr id="434" name="Google Shape;434;p36">
            <a:extLst>
              <a:ext uri="{FF2B5EF4-FFF2-40B4-BE49-F238E27FC236}">
                <a16:creationId xmlns:a16="http://schemas.microsoft.com/office/drawing/2014/main" id="{AC49C69B-B07D-61AA-1B20-0AD976ADF6EC}"/>
              </a:ext>
            </a:extLst>
          </p:cNvPr>
          <p:cNvGrpSpPr/>
          <p:nvPr/>
        </p:nvGrpSpPr>
        <p:grpSpPr>
          <a:xfrm>
            <a:off x="350039" y="3944000"/>
            <a:ext cx="2536147" cy="887325"/>
            <a:chOff x="880714" y="3731738"/>
            <a:chExt cx="2536147" cy="887325"/>
          </a:xfrm>
        </p:grpSpPr>
        <p:sp>
          <p:nvSpPr>
            <p:cNvPr id="435" name="Google Shape;435;p36">
              <a:extLst>
                <a:ext uri="{FF2B5EF4-FFF2-40B4-BE49-F238E27FC236}">
                  <a16:creationId xmlns:a16="http://schemas.microsoft.com/office/drawing/2014/main" id="{966EAC45-A941-838D-2583-4A09A7EDE284}"/>
                </a:ext>
              </a:extLst>
            </p:cNvPr>
            <p:cNvSpPr/>
            <p:nvPr/>
          </p:nvSpPr>
          <p:spPr>
            <a:xfrm>
              <a:off x="880714" y="37482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36" name="Google Shape;436;p36">
              <a:extLst>
                <a:ext uri="{FF2B5EF4-FFF2-40B4-BE49-F238E27FC236}">
                  <a16:creationId xmlns:a16="http://schemas.microsoft.com/office/drawing/2014/main" id="{DFE5A658-C4B3-62BD-C471-A49F2E965357}"/>
                </a:ext>
              </a:extLst>
            </p:cNvPr>
            <p:cNvSpPr/>
            <p:nvPr/>
          </p:nvSpPr>
          <p:spPr>
            <a:xfrm>
              <a:off x="880714" y="39872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37" name="Google Shape;437;p36">
              <a:extLst>
                <a:ext uri="{FF2B5EF4-FFF2-40B4-BE49-F238E27FC236}">
                  <a16:creationId xmlns:a16="http://schemas.microsoft.com/office/drawing/2014/main" id="{F1D5D57C-4C1D-921B-D4F0-FCD800E5DE22}"/>
                </a:ext>
              </a:extLst>
            </p:cNvPr>
            <p:cNvSpPr/>
            <p:nvPr/>
          </p:nvSpPr>
          <p:spPr>
            <a:xfrm>
              <a:off x="880732" y="42605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38" name="Google Shape;438;p36">
              <a:extLst>
                <a:ext uri="{FF2B5EF4-FFF2-40B4-BE49-F238E27FC236}">
                  <a16:creationId xmlns:a16="http://schemas.microsoft.com/office/drawing/2014/main" id="{7F936C67-7923-1B28-4024-7B4450D74349}"/>
                </a:ext>
              </a:extLst>
            </p:cNvPr>
            <p:cNvSpPr/>
            <p:nvPr/>
          </p:nvSpPr>
          <p:spPr>
            <a:xfrm>
              <a:off x="1374131" y="4260575"/>
              <a:ext cx="5244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39" name="Google Shape;439;p36">
              <a:extLst>
                <a:ext uri="{FF2B5EF4-FFF2-40B4-BE49-F238E27FC236}">
                  <a16:creationId xmlns:a16="http://schemas.microsoft.com/office/drawing/2014/main" id="{364E80DB-2040-36DC-F0A4-ED42BFB39893}"/>
                </a:ext>
              </a:extLst>
            </p:cNvPr>
            <p:cNvSpPr/>
            <p:nvPr/>
          </p:nvSpPr>
          <p:spPr>
            <a:xfrm>
              <a:off x="2032952" y="4260575"/>
              <a:ext cx="661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40" name="Google Shape;440;p36">
              <a:extLst>
                <a:ext uri="{FF2B5EF4-FFF2-40B4-BE49-F238E27FC236}">
                  <a16:creationId xmlns:a16="http://schemas.microsoft.com/office/drawing/2014/main" id="{5A0638C0-0875-FADA-F7CA-1E0D8EABCF20}"/>
                </a:ext>
              </a:extLst>
            </p:cNvPr>
            <p:cNvSpPr/>
            <p:nvPr/>
          </p:nvSpPr>
          <p:spPr>
            <a:xfrm>
              <a:off x="2783250" y="4260575"/>
              <a:ext cx="241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41" name="Google Shape;441;p36">
              <a:extLst>
                <a:ext uri="{FF2B5EF4-FFF2-40B4-BE49-F238E27FC236}">
                  <a16:creationId xmlns:a16="http://schemas.microsoft.com/office/drawing/2014/main" id="{3F665FF7-7444-6B7D-E1A2-9633B0A503F0}"/>
                </a:ext>
              </a:extLst>
            </p:cNvPr>
            <p:cNvSpPr/>
            <p:nvPr/>
          </p:nvSpPr>
          <p:spPr>
            <a:xfrm>
              <a:off x="880732" y="44691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42" name="Google Shape;442;p36">
              <a:extLst>
                <a:ext uri="{FF2B5EF4-FFF2-40B4-BE49-F238E27FC236}">
                  <a16:creationId xmlns:a16="http://schemas.microsoft.com/office/drawing/2014/main" id="{90949999-1B2B-4A56-D643-62751CE61D9C}"/>
                </a:ext>
              </a:extLst>
            </p:cNvPr>
            <p:cNvSpPr/>
            <p:nvPr/>
          </p:nvSpPr>
          <p:spPr>
            <a:xfrm>
              <a:off x="1374131" y="4469100"/>
              <a:ext cx="834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43" name="Google Shape;443;p36">
              <a:extLst>
                <a:ext uri="{FF2B5EF4-FFF2-40B4-BE49-F238E27FC236}">
                  <a16:creationId xmlns:a16="http://schemas.microsoft.com/office/drawing/2014/main" id="{6E3F512E-C996-B789-DFD3-F50CDD4653A8}"/>
                </a:ext>
              </a:extLst>
            </p:cNvPr>
            <p:cNvSpPr/>
            <p:nvPr/>
          </p:nvSpPr>
          <p:spPr>
            <a:xfrm>
              <a:off x="2318331" y="44691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44" name="Google Shape;444;p36">
              <a:extLst>
                <a:ext uri="{FF2B5EF4-FFF2-40B4-BE49-F238E27FC236}">
                  <a16:creationId xmlns:a16="http://schemas.microsoft.com/office/drawing/2014/main" id="{FB7E553A-0663-4A41-8B05-8EDC3388EB9E}"/>
                </a:ext>
              </a:extLst>
            </p:cNvPr>
            <p:cNvSpPr/>
            <p:nvPr/>
          </p:nvSpPr>
          <p:spPr>
            <a:xfrm>
              <a:off x="2783561" y="44711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45" name="Google Shape;445;p36">
              <a:extLst>
                <a:ext uri="{FF2B5EF4-FFF2-40B4-BE49-F238E27FC236}">
                  <a16:creationId xmlns:a16="http://schemas.microsoft.com/office/drawing/2014/main" id="{3FFD4DDA-5C86-0EB1-50F3-81EFEED2025C}"/>
                </a:ext>
              </a:extLst>
            </p:cNvPr>
            <p:cNvSpPr/>
            <p:nvPr/>
          </p:nvSpPr>
          <p:spPr>
            <a:xfrm>
              <a:off x="1301861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46" name="Google Shape;446;p36">
              <a:extLst>
                <a:ext uri="{FF2B5EF4-FFF2-40B4-BE49-F238E27FC236}">
                  <a16:creationId xmlns:a16="http://schemas.microsoft.com/office/drawing/2014/main" id="{24893EE2-41E1-9F40-8599-62771E3C9DD4}"/>
                </a:ext>
              </a:extLst>
            </p:cNvPr>
            <p:cNvSpPr/>
            <p:nvPr/>
          </p:nvSpPr>
          <p:spPr>
            <a:xfrm>
              <a:off x="1301861" y="37317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47" name="Google Shape;447;p36">
              <a:extLst>
                <a:ext uri="{FF2B5EF4-FFF2-40B4-BE49-F238E27FC236}">
                  <a16:creationId xmlns:a16="http://schemas.microsoft.com/office/drawing/2014/main" id="{9D79DF73-772E-159C-CAF8-375ABA261712}"/>
                </a:ext>
              </a:extLst>
            </p:cNvPr>
            <p:cNvSpPr/>
            <p:nvPr/>
          </p:nvSpPr>
          <p:spPr>
            <a:xfrm>
              <a:off x="2028686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</p:grpSp>
      <p:pic>
        <p:nvPicPr>
          <p:cNvPr id="1028" name="Picture 4" descr="Autómata finito que reconoce números - Diseño e implementación en C++">
            <a:extLst>
              <a:ext uri="{FF2B5EF4-FFF2-40B4-BE49-F238E27FC236}">
                <a16:creationId xmlns:a16="http://schemas.microsoft.com/office/drawing/2014/main" id="{03183638-A5C6-2E34-02FE-39A46956E4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1940" y="1652333"/>
            <a:ext cx="2968404" cy="1669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8415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>
          <a:extLst>
            <a:ext uri="{FF2B5EF4-FFF2-40B4-BE49-F238E27FC236}">
              <a16:creationId xmlns:a16="http://schemas.microsoft.com/office/drawing/2014/main" id="{DFEA1AF9-0460-E239-9E0C-CA5435289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4">
            <a:extLst>
              <a:ext uri="{FF2B5EF4-FFF2-40B4-BE49-F238E27FC236}">
                <a16:creationId xmlns:a16="http://schemas.microsoft.com/office/drawing/2014/main" id="{D39CD7EB-2C50-FF2F-ED54-14A18756BF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13908" y="385943"/>
            <a:ext cx="5574961" cy="69083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noProof="0" dirty="0"/>
              <a:t>Analizador léxico</a:t>
            </a:r>
          </a:p>
        </p:txBody>
      </p:sp>
      <p:sp>
        <p:nvSpPr>
          <p:cNvPr id="353" name="Google Shape;353;p34">
            <a:extLst>
              <a:ext uri="{FF2B5EF4-FFF2-40B4-BE49-F238E27FC236}">
                <a16:creationId xmlns:a16="http://schemas.microsoft.com/office/drawing/2014/main" id="{1035C435-8821-EB4F-4774-5D85C968673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010788" y="1030673"/>
            <a:ext cx="5012005" cy="109849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noProof="0" dirty="0"/>
              <a:t>También conocido como escáner, es responsable de leer el código fuente carácter por carácter encontrando patrones y convertirlos en tokens significativos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ES" noProof="0" dirty="0"/>
          </a:p>
        </p:txBody>
      </p:sp>
      <p:grpSp>
        <p:nvGrpSpPr>
          <p:cNvPr id="355" name="Google Shape;355;p34">
            <a:extLst>
              <a:ext uri="{FF2B5EF4-FFF2-40B4-BE49-F238E27FC236}">
                <a16:creationId xmlns:a16="http://schemas.microsoft.com/office/drawing/2014/main" id="{58E6D519-8EE6-9AD2-40A6-8339C8C30D42}"/>
              </a:ext>
            </a:extLst>
          </p:cNvPr>
          <p:cNvGrpSpPr/>
          <p:nvPr/>
        </p:nvGrpSpPr>
        <p:grpSpPr>
          <a:xfrm>
            <a:off x="335642" y="696438"/>
            <a:ext cx="2932044" cy="3907563"/>
            <a:chOff x="335642" y="696438"/>
            <a:chExt cx="2932044" cy="3907563"/>
          </a:xfrm>
        </p:grpSpPr>
        <p:sp>
          <p:nvSpPr>
            <p:cNvPr id="356" name="Google Shape;356;p34">
              <a:extLst>
                <a:ext uri="{FF2B5EF4-FFF2-40B4-BE49-F238E27FC236}">
                  <a16:creationId xmlns:a16="http://schemas.microsoft.com/office/drawing/2014/main" id="{B4113727-6F38-8CD7-DB1B-2C59460EA756}"/>
                </a:ext>
              </a:extLst>
            </p:cNvPr>
            <p:cNvSpPr/>
            <p:nvPr/>
          </p:nvSpPr>
          <p:spPr>
            <a:xfrm>
              <a:off x="335642" y="70501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57" name="Google Shape;357;p34">
              <a:extLst>
                <a:ext uri="{FF2B5EF4-FFF2-40B4-BE49-F238E27FC236}">
                  <a16:creationId xmlns:a16="http://schemas.microsoft.com/office/drawing/2014/main" id="{95880574-AEE0-231F-1EC6-29F1FD90666F}"/>
                </a:ext>
              </a:extLst>
            </p:cNvPr>
            <p:cNvSpPr/>
            <p:nvPr/>
          </p:nvSpPr>
          <p:spPr>
            <a:xfrm>
              <a:off x="821967" y="6964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58" name="Google Shape;358;p34">
              <a:extLst>
                <a:ext uri="{FF2B5EF4-FFF2-40B4-BE49-F238E27FC236}">
                  <a16:creationId xmlns:a16="http://schemas.microsoft.com/office/drawing/2014/main" id="{DAC69686-2F54-B21B-B6D3-871476A5B8A7}"/>
                </a:ext>
              </a:extLst>
            </p:cNvPr>
            <p:cNvSpPr/>
            <p:nvPr/>
          </p:nvSpPr>
          <p:spPr>
            <a:xfrm>
              <a:off x="335642" y="10172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59" name="Google Shape;359;p34">
              <a:extLst>
                <a:ext uri="{FF2B5EF4-FFF2-40B4-BE49-F238E27FC236}">
                  <a16:creationId xmlns:a16="http://schemas.microsoft.com/office/drawing/2014/main" id="{1B4E0C05-F05D-4FB7-B2DF-4E25FDACF9B2}"/>
                </a:ext>
              </a:extLst>
            </p:cNvPr>
            <p:cNvSpPr/>
            <p:nvPr/>
          </p:nvSpPr>
          <p:spPr>
            <a:xfrm>
              <a:off x="335642" y="1343950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60" name="Google Shape;360;p34">
              <a:extLst>
                <a:ext uri="{FF2B5EF4-FFF2-40B4-BE49-F238E27FC236}">
                  <a16:creationId xmlns:a16="http://schemas.microsoft.com/office/drawing/2014/main" id="{08926C53-A42F-01B7-6E5D-185958A878FD}"/>
                </a:ext>
              </a:extLst>
            </p:cNvPr>
            <p:cNvSpPr/>
            <p:nvPr/>
          </p:nvSpPr>
          <p:spPr>
            <a:xfrm>
              <a:off x="335642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61" name="Google Shape;361;p34">
              <a:extLst>
                <a:ext uri="{FF2B5EF4-FFF2-40B4-BE49-F238E27FC236}">
                  <a16:creationId xmlns:a16="http://schemas.microsoft.com/office/drawing/2014/main" id="{8003B471-468D-7902-EB38-412357A778F6}"/>
                </a:ext>
              </a:extLst>
            </p:cNvPr>
            <p:cNvSpPr/>
            <p:nvPr/>
          </p:nvSpPr>
          <p:spPr>
            <a:xfrm>
              <a:off x="770496" y="1670688"/>
              <a:ext cx="45446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62" name="Google Shape;362;p34">
              <a:extLst>
                <a:ext uri="{FF2B5EF4-FFF2-40B4-BE49-F238E27FC236}">
                  <a16:creationId xmlns:a16="http://schemas.microsoft.com/office/drawing/2014/main" id="{C7F05E0A-861B-329A-DD06-CDF4483B8377}"/>
                </a:ext>
              </a:extLst>
            </p:cNvPr>
            <p:cNvSpPr/>
            <p:nvPr/>
          </p:nvSpPr>
          <p:spPr>
            <a:xfrm>
              <a:off x="1304877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63" name="Google Shape;363;p34">
              <a:extLst>
                <a:ext uri="{FF2B5EF4-FFF2-40B4-BE49-F238E27FC236}">
                  <a16:creationId xmlns:a16="http://schemas.microsoft.com/office/drawing/2014/main" id="{8AC7EABC-3E2F-8C52-BB52-864E84A2045C}"/>
                </a:ext>
              </a:extLst>
            </p:cNvPr>
            <p:cNvSpPr/>
            <p:nvPr/>
          </p:nvSpPr>
          <p:spPr>
            <a:xfrm>
              <a:off x="335642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64" name="Google Shape;364;p34">
              <a:extLst>
                <a:ext uri="{FF2B5EF4-FFF2-40B4-BE49-F238E27FC236}">
                  <a16:creationId xmlns:a16="http://schemas.microsoft.com/office/drawing/2014/main" id="{7DD41F0F-1D14-0505-DD0B-0D2C1395D043}"/>
                </a:ext>
              </a:extLst>
            </p:cNvPr>
            <p:cNvSpPr/>
            <p:nvPr/>
          </p:nvSpPr>
          <p:spPr>
            <a:xfrm>
              <a:off x="335642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65" name="Google Shape;365;p34">
              <a:extLst>
                <a:ext uri="{FF2B5EF4-FFF2-40B4-BE49-F238E27FC236}">
                  <a16:creationId xmlns:a16="http://schemas.microsoft.com/office/drawing/2014/main" id="{282DC78D-D7DA-7E5C-FCC6-1E4F21DF8D7C}"/>
                </a:ext>
              </a:extLst>
            </p:cNvPr>
            <p:cNvSpPr/>
            <p:nvPr/>
          </p:nvSpPr>
          <p:spPr>
            <a:xfrm>
              <a:off x="335642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66" name="Google Shape;366;p34">
              <a:extLst>
                <a:ext uri="{FF2B5EF4-FFF2-40B4-BE49-F238E27FC236}">
                  <a16:creationId xmlns:a16="http://schemas.microsoft.com/office/drawing/2014/main" id="{0DAA2EF8-1C08-2F15-D8A2-486FDFC2CEDF}"/>
                </a:ext>
              </a:extLst>
            </p:cNvPr>
            <p:cNvSpPr/>
            <p:nvPr/>
          </p:nvSpPr>
          <p:spPr>
            <a:xfrm>
              <a:off x="335642" y="29419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67" name="Google Shape;367;p34">
              <a:extLst>
                <a:ext uri="{FF2B5EF4-FFF2-40B4-BE49-F238E27FC236}">
                  <a16:creationId xmlns:a16="http://schemas.microsoft.com/office/drawing/2014/main" id="{A450EF4F-5ABF-9AC8-C8F0-18CCAFC186AC}"/>
                </a:ext>
              </a:extLst>
            </p:cNvPr>
            <p:cNvSpPr/>
            <p:nvPr/>
          </p:nvSpPr>
          <p:spPr>
            <a:xfrm>
              <a:off x="349364" y="37229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68" name="Google Shape;368;p34">
              <a:extLst>
                <a:ext uri="{FF2B5EF4-FFF2-40B4-BE49-F238E27FC236}">
                  <a16:creationId xmlns:a16="http://schemas.microsoft.com/office/drawing/2014/main" id="{AEC30A2D-DA92-8CD0-0E77-9D303D689669}"/>
                </a:ext>
              </a:extLst>
            </p:cNvPr>
            <p:cNvSpPr/>
            <p:nvPr/>
          </p:nvSpPr>
          <p:spPr>
            <a:xfrm>
              <a:off x="770496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69" name="Google Shape;369;p34">
              <a:extLst>
                <a:ext uri="{FF2B5EF4-FFF2-40B4-BE49-F238E27FC236}">
                  <a16:creationId xmlns:a16="http://schemas.microsoft.com/office/drawing/2014/main" id="{6D827FB3-9E9E-77E5-051E-C4D73086D118}"/>
                </a:ext>
              </a:extLst>
            </p:cNvPr>
            <p:cNvSpPr/>
            <p:nvPr/>
          </p:nvSpPr>
          <p:spPr>
            <a:xfrm>
              <a:off x="731557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70" name="Google Shape;370;p34">
              <a:extLst>
                <a:ext uri="{FF2B5EF4-FFF2-40B4-BE49-F238E27FC236}">
                  <a16:creationId xmlns:a16="http://schemas.microsoft.com/office/drawing/2014/main" id="{21A2AFC5-BFD9-576C-4433-5FAD09F945D4}"/>
                </a:ext>
              </a:extLst>
            </p:cNvPr>
            <p:cNvSpPr/>
            <p:nvPr/>
          </p:nvSpPr>
          <p:spPr>
            <a:xfrm>
              <a:off x="770496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71" name="Google Shape;371;p34">
              <a:extLst>
                <a:ext uri="{FF2B5EF4-FFF2-40B4-BE49-F238E27FC236}">
                  <a16:creationId xmlns:a16="http://schemas.microsoft.com/office/drawing/2014/main" id="{0BC87F3B-0AD5-EBEA-8335-072FC883B245}"/>
                </a:ext>
              </a:extLst>
            </p:cNvPr>
            <p:cNvSpPr/>
            <p:nvPr/>
          </p:nvSpPr>
          <p:spPr>
            <a:xfrm>
              <a:off x="770496" y="2958925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72" name="Google Shape;372;p34">
              <a:extLst>
                <a:ext uri="{FF2B5EF4-FFF2-40B4-BE49-F238E27FC236}">
                  <a16:creationId xmlns:a16="http://schemas.microsoft.com/office/drawing/2014/main" id="{15D5FE92-EC7F-D78E-F239-0C100B1E614E}"/>
                </a:ext>
              </a:extLst>
            </p:cNvPr>
            <p:cNvSpPr/>
            <p:nvPr/>
          </p:nvSpPr>
          <p:spPr>
            <a:xfrm>
              <a:off x="770496" y="32848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73" name="Google Shape;373;p34">
              <a:extLst>
                <a:ext uri="{FF2B5EF4-FFF2-40B4-BE49-F238E27FC236}">
                  <a16:creationId xmlns:a16="http://schemas.microsoft.com/office/drawing/2014/main" id="{7FE8E142-0ED6-1785-5EE4-8A58A23FAA9A}"/>
                </a:ext>
              </a:extLst>
            </p:cNvPr>
            <p:cNvSpPr/>
            <p:nvPr/>
          </p:nvSpPr>
          <p:spPr>
            <a:xfrm>
              <a:off x="1174186" y="1981263"/>
              <a:ext cx="63339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74" name="Google Shape;374;p34">
              <a:extLst>
                <a:ext uri="{FF2B5EF4-FFF2-40B4-BE49-F238E27FC236}">
                  <a16:creationId xmlns:a16="http://schemas.microsoft.com/office/drawing/2014/main" id="{18A67E1B-1A2D-A51B-C7C4-B2C880026066}"/>
                </a:ext>
              </a:extLst>
            </p:cNvPr>
            <p:cNvSpPr/>
            <p:nvPr/>
          </p:nvSpPr>
          <p:spPr>
            <a:xfrm>
              <a:off x="1174186" y="2324113"/>
              <a:ext cx="88477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75" name="Google Shape;375;p34">
              <a:extLst>
                <a:ext uri="{FF2B5EF4-FFF2-40B4-BE49-F238E27FC236}">
                  <a16:creationId xmlns:a16="http://schemas.microsoft.com/office/drawing/2014/main" id="{03AB26A4-F37B-0A2C-F5C5-EF5D3DB216C5}"/>
                </a:ext>
              </a:extLst>
            </p:cNvPr>
            <p:cNvSpPr/>
            <p:nvPr/>
          </p:nvSpPr>
          <p:spPr>
            <a:xfrm>
              <a:off x="1205349" y="26330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76" name="Google Shape;376;p34">
              <a:extLst>
                <a:ext uri="{FF2B5EF4-FFF2-40B4-BE49-F238E27FC236}">
                  <a16:creationId xmlns:a16="http://schemas.microsoft.com/office/drawing/2014/main" id="{0CD0DBAC-2872-733E-AF25-BB0B032769A4}"/>
                </a:ext>
              </a:extLst>
            </p:cNvPr>
            <p:cNvSpPr/>
            <p:nvPr/>
          </p:nvSpPr>
          <p:spPr>
            <a:xfrm>
              <a:off x="1205349" y="29775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77" name="Google Shape;377;p34">
              <a:extLst>
                <a:ext uri="{FF2B5EF4-FFF2-40B4-BE49-F238E27FC236}">
                  <a16:creationId xmlns:a16="http://schemas.microsoft.com/office/drawing/2014/main" id="{D2823000-0370-720C-DD8B-4CEF0411F433}"/>
                </a:ext>
              </a:extLst>
            </p:cNvPr>
            <p:cNvSpPr/>
            <p:nvPr/>
          </p:nvSpPr>
          <p:spPr>
            <a:xfrm>
              <a:off x="1205349" y="3284813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78" name="Google Shape;378;p34">
              <a:extLst>
                <a:ext uri="{FF2B5EF4-FFF2-40B4-BE49-F238E27FC236}">
                  <a16:creationId xmlns:a16="http://schemas.microsoft.com/office/drawing/2014/main" id="{10CB968C-67F6-3799-F24C-CB6762EF7F2F}"/>
                </a:ext>
              </a:extLst>
            </p:cNvPr>
            <p:cNvSpPr/>
            <p:nvPr/>
          </p:nvSpPr>
          <p:spPr>
            <a:xfrm>
              <a:off x="1883777" y="1981263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79" name="Google Shape;379;p34">
              <a:extLst>
                <a:ext uri="{FF2B5EF4-FFF2-40B4-BE49-F238E27FC236}">
                  <a16:creationId xmlns:a16="http://schemas.microsoft.com/office/drawing/2014/main" id="{F6F915A3-1645-0510-3A71-D636052F6F00}"/>
                </a:ext>
              </a:extLst>
            </p:cNvPr>
            <p:cNvSpPr/>
            <p:nvPr/>
          </p:nvSpPr>
          <p:spPr>
            <a:xfrm>
              <a:off x="2174096" y="2307150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80" name="Google Shape;380;p34">
              <a:extLst>
                <a:ext uri="{FF2B5EF4-FFF2-40B4-BE49-F238E27FC236}">
                  <a16:creationId xmlns:a16="http://schemas.microsoft.com/office/drawing/2014/main" id="{2B0121C0-FCDA-2856-645B-0284D11844AF}"/>
                </a:ext>
              </a:extLst>
            </p:cNvPr>
            <p:cNvSpPr/>
            <p:nvPr/>
          </p:nvSpPr>
          <p:spPr>
            <a:xfrm>
              <a:off x="2342750" y="26330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81" name="Google Shape;381;p34">
              <a:extLst>
                <a:ext uri="{FF2B5EF4-FFF2-40B4-BE49-F238E27FC236}">
                  <a16:creationId xmlns:a16="http://schemas.microsoft.com/office/drawing/2014/main" id="{08AAB0FF-350E-342C-AFAE-B7774FCCEEB5}"/>
                </a:ext>
              </a:extLst>
            </p:cNvPr>
            <p:cNvSpPr/>
            <p:nvPr/>
          </p:nvSpPr>
          <p:spPr>
            <a:xfrm>
              <a:off x="2342750" y="32848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82" name="Google Shape;382;p34">
              <a:extLst>
                <a:ext uri="{FF2B5EF4-FFF2-40B4-BE49-F238E27FC236}">
                  <a16:creationId xmlns:a16="http://schemas.microsoft.com/office/drawing/2014/main" id="{6D672426-01B3-36B7-8EA4-7132B399C247}"/>
                </a:ext>
              </a:extLst>
            </p:cNvPr>
            <p:cNvSpPr/>
            <p:nvPr/>
          </p:nvSpPr>
          <p:spPr>
            <a:xfrm>
              <a:off x="349364" y="39620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83" name="Google Shape;383;p34">
              <a:extLst>
                <a:ext uri="{FF2B5EF4-FFF2-40B4-BE49-F238E27FC236}">
                  <a16:creationId xmlns:a16="http://schemas.microsoft.com/office/drawing/2014/main" id="{803CBCFF-598A-8930-77EB-7EAC28B23312}"/>
                </a:ext>
              </a:extLst>
            </p:cNvPr>
            <p:cNvSpPr/>
            <p:nvPr/>
          </p:nvSpPr>
          <p:spPr>
            <a:xfrm>
              <a:off x="731557" y="42455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84" name="Google Shape;384;p34">
              <a:extLst>
                <a:ext uri="{FF2B5EF4-FFF2-40B4-BE49-F238E27FC236}">
                  <a16:creationId xmlns:a16="http://schemas.microsoft.com/office/drawing/2014/main" id="{F654CCC0-43C6-F9AA-05E3-5F21C0140AE8}"/>
                </a:ext>
              </a:extLst>
            </p:cNvPr>
            <p:cNvSpPr/>
            <p:nvPr/>
          </p:nvSpPr>
          <p:spPr>
            <a:xfrm>
              <a:off x="1224956" y="4245513"/>
              <a:ext cx="52434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85" name="Google Shape;385;p34">
              <a:extLst>
                <a:ext uri="{FF2B5EF4-FFF2-40B4-BE49-F238E27FC236}">
                  <a16:creationId xmlns:a16="http://schemas.microsoft.com/office/drawing/2014/main" id="{82FAF183-E438-10DA-4914-04065F5AA63B}"/>
                </a:ext>
              </a:extLst>
            </p:cNvPr>
            <p:cNvSpPr/>
            <p:nvPr/>
          </p:nvSpPr>
          <p:spPr>
            <a:xfrm>
              <a:off x="1883777" y="4245513"/>
              <a:ext cx="661931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86" name="Google Shape;386;p34">
              <a:extLst>
                <a:ext uri="{FF2B5EF4-FFF2-40B4-BE49-F238E27FC236}">
                  <a16:creationId xmlns:a16="http://schemas.microsoft.com/office/drawing/2014/main" id="{E5EF7DF3-96C6-3C03-6B36-3B90F9170F1F}"/>
                </a:ext>
              </a:extLst>
            </p:cNvPr>
            <p:cNvSpPr/>
            <p:nvPr/>
          </p:nvSpPr>
          <p:spPr>
            <a:xfrm>
              <a:off x="2634075" y="4245513"/>
              <a:ext cx="241501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87" name="Google Shape;387;p34">
              <a:extLst>
                <a:ext uri="{FF2B5EF4-FFF2-40B4-BE49-F238E27FC236}">
                  <a16:creationId xmlns:a16="http://schemas.microsoft.com/office/drawing/2014/main" id="{9DBA96D0-B871-3D02-BCE8-DF13BD67984A}"/>
                </a:ext>
              </a:extLst>
            </p:cNvPr>
            <p:cNvSpPr/>
            <p:nvPr/>
          </p:nvSpPr>
          <p:spPr>
            <a:xfrm>
              <a:off x="731557" y="4454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88" name="Google Shape;388;p34">
              <a:extLst>
                <a:ext uri="{FF2B5EF4-FFF2-40B4-BE49-F238E27FC236}">
                  <a16:creationId xmlns:a16="http://schemas.microsoft.com/office/drawing/2014/main" id="{8E9E6026-1351-6802-1225-DEF9D1384F1A}"/>
                </a:ext>
              </a:extLst>
            </p:cNvPr>
            <p:cNvSpPr/>
            <p:nvPr/>
          </p:nvSpPr>
          <p:spPr>
            <a:xfrm>
              <a:off x="1224956" y="4454038"/>
              <a:ext cx="83390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89" name="Google Shape;389;p34">
              <a:extLst>
                <a:ext uri="{FF2B5EF4-FFF2-40B4-BE49-F238E27FC236}">
                  <a16:creationId xmlns:a16="http://schemas.microsoft.com/office/drawing/2014/main" id="{B35FCB13-92D1-16AF-4714-F2F5593E33A9}"/>
                </a:ext>
              </a:extLst>
            </p:cNvPr>
            <p:cNvSpPr/>
            <p:nvPr/>
          </p:nvSpPr>
          <p:spPr>
            <a:xfrm>
              <a:off x="2169156" y="44540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90" name="Google Shape;390;p34">
              <a:extLst>
                <a:ext uri="{FF2B5EF4-FFF2-40B4-BE49-F238E27FC236}">
                  <a16:creationId xmlns:a16="http://schemas.microsoft.com/office/drawing/2014/main" id="{5B3F8074-23F4-CF83-0E36-2C30B8B4C212}"/>
                </a:ext>
              </a:extLst>
            </p:cNvPr>
            <p:cNvSpPr/>
            <p:nvPr/>
          </p:nvSpPr>
          <p:spPr>
            <a:xfrm>
              <a:off x="1250486" y="7083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91" name="Google Shape;391;p34">
              <a:extLst>
                <a:ext uri="{FF2B5EF4-FFF2-40B4-BE49-F238E27FC236}">
                  <a16:creationId xmlns:a16="http://schemas.microsoft.com/office/drawing/2014/main" id="{2CB89860-B655-E1C7-EDF8-156735463231}"/>
                </a:ext>
              </a:extLst>
            </p:cNvPr>
            <p:cNvSpPr/>
            <p:nvPr/>
          </p:nvSpPr>
          <p:spPr>
            <a:xfrm>
              <a:off x="821986" y="10172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92" name="Google Shape;392;p34">
              <a:extLst>
                <a:ext uri="{FF2B5EF4-FFF2-40B4-BE49-F238E27FC236}">
                  <a16:creationId xmlns:a16="http://schemas.microsoft.com/office/drawing/2014/main" id="{E2CDF8D8-CCD1-3A4C-33E4-DE0F7FBAB953}"/>
                </a:ext>
              </a:extLst>
            </p:cNvPr>
            <p:cNvSpPr/>
            <p:nvPr/>
          </p:nvSpPr>
          <p:spPr>
            <a:xfrm>
              <a:off x="1555286" y="10131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93" name="Google Shape;393;p34">
              <a:extLst>
                <a:ext uri="{FF2B5EF4-FFF2-40B4-BE49-F238E27FC236}">
                  <a16:creationId xmlns:a16="http://schemas.microsoft.com/office/drawing/2014/main" id="{6CBD3A00-7EB6-0E3B-685E-B32C8FACE409}"/>
                </a:ext>
              </a:extLst>
            </p:cNvPr>
            <p:cNvSpPr/>
            <p:nvPr/>
          </p:nvSpPr>
          <p:spPr>
            <a:xfrm>
              <a:off x="821979" y="134398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94" name="Google Shape;394;p34">
              <a:extLst>
                <a:ext uri="{FF2B5EF4-FFF2-40B4-BE49-F238E27FC236}">
                  <a16:creationId xmlns:a16="http://schemas.microsoft.com/office/drawing/2014/main" id="{A6071035-5209-A9BD-559C-D292B2108B60}"/>
                </a:ext>
              </a:extLst>
            </p:cNvPr>
            <p:cNvSpPr/>
            <p:nvPr/>
          </p:nvSpPr>
          <p:spPr>
            <a:xfrm>
              <a:off x="1739729" y="1668625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95" name="Google Shape;395;p34">
              <a:extLst>
                <a:ext uri="{FF2B5EF4-FFF2-40B4-BE49-F238E27FC236}">
                  <a16:creationId xmlns:a16="http://schemas.microsoft.com/office/drawing/2014/main" id="{5205D993-3676-B5EC-BEE3-BE974561DC59}"/>
                </a:ext>
              </a:extLst>
            </p:cNvPr>
            <p:cNvSpPr/>
            <p:nvPr/>
          </p:nvSpPr>
          <p:spPr>
            <a:xfrm>
              <a:off x="2342754" y="297753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96" name="Google Shape;396;p34">
              <a:extLst>
                <a:ext uri="{FF2B5EF4-FFF2-40B4-BE49-F238E27FC236}">
                  <a16:creationId xmlns:a16="http://schemas.microsoft.com/office/drawing/2014/main" id="{53CED54A-89DF-B215-7435-4ED46C4C496B}"/>
                </a:ext>
              </a:extLst>
            </p:cNvPr>
            <p:cNvSpPr/>
            <p:nvPr/>
          </p:nvSpPr>
          <p:spPr>
            <a:xfrm>
              <a:off x="2537025" y="19812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97" name="Google Shape;397;p34">
              <a:extLst>
                <a:ext uri="{FF2B5EF4-FFF2-40B4-BE49-F238E27FC236}">
                  <a16:creationId xmlns:a16="http://schemas.microsoft.com/office/drawing/2014/main" id="{6361CDE5-F860-6875-B6C0-516A0189CE3F}"/>
                </a:ext>
              </a:extLst>
            </p:cNvPr>
            <p:cNvSpPr/>
            <p:nvPr/>
          </p:nvSpPr>
          <p:spPr>
            <a:xfrm>
              <a:off x="2805050" y="263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98" name="Google Shape;398;p34">
              <a:extLst>
                <a:ext uri="{FF2B5EF4-FFF2-40B4-BE49-F238E27FC236}">
                  <a16:creationId xmlns:a16="http://schemas.microsoft.com/office/drawing/2014/main" id="{7879DD42-CF08-1931-95AC-426418642F09}"/>
                </a:ext>
              </a:extLst>
            </p:cNvPr>
            <p:cNvSpPr/>
            <p:nvPr/>
          </p:nvSpPr>
          <p:spPr>
            <a:xfrm>
              <a:off x="2634386" y="44561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99" name="Google Shape;399;p34">
              <a:extLst>
                <a:ext uri="{FF2B5EF4-FFF2-40B4-BE49-F238E27FC236}">
                  <a16:creationId xmlns:a16="http://schemas.microsoft.com/office/drawing/2014/main" id="{F7EB3FF9-280A-5682-55CD-C346701ABA02}"/>
                </a:ext>
              </a:extLst>
            </p:cNvPr>
            <p:cNvSpPr/>
            <p:nvPr/>
          </p:nvSpPr>
          <p:spPr>
            <a:xfrm>
              <a:off x="770511" y="39365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00" name="Google Shape;400;p34">
              <a:extLst>
                <a:ext uri="{FF2B5EF4-FFF2-40B4-BE49-F238E27FC236}">
                  <a16:creationId xmlns:a16="http://schemas.microsoft.com/office/drawing/2014/main" id="{CDA55C3D-F0B2-5DE9-F05C-AA77A0C61867}"/>
                </a:ext>
              </a:extLst>
            </p:cNvPr>
            <p:cNvSpPr/>
            <p:nvPr/>
          </p:nvSpPr>
          <p:spPr>
            <a:xfrm>
              <a:off x="770511" y="37064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</p:grpSp>
      <p:pic>
        <p:nvPicPr>
          <p:cNvPr id="3" name="Imagen 2" descr="Diagrama&#10;&#10;El contenido generado por IA puede ser incorrecto.">
            <a:extLst>
              <a:ext uri="{FF2B5EF4-FFF2-40B4-BE49-F238E27FC236}">
                <a16:creationId xmlns:a16="http://schemas.microsoft.com/office/drawing/2014/main" id="{E6F4FA55-6A5B-0B3B-C201-093F6C9534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392" y="2498278"/>
            <a:ext cx="3029373" cy="1124107"/>
          </a:xfrm>
          <a:prstGeom prst="rect">
            <a:avLst/>
          </a:prstGeom>
        </p:spPr>
      </p:pic>
      <p:sp>
        <p:nvSpPr>
          <p:cNvPr id="4" name="Google Shape;353;p34">
            <a:extLst>
              <a:ext uri="{FF2B5EF4-FFF2-40B4-BE49-F238E27FC236}">
                <a16:creationId xmlns:a16="http://schemas.microsoft.com/office/drawing/2014/main" id="{25F91438-0EA0-6B7E-FA61-29E2E6B0BB60}"/>
              </a:ext>
            </a:extLst>
          </p:cNvPr>
          <p:cNvSpPr txBox="1">
            <a:spLocks/>
          </p:cNvSpPr>
          <p:nvPr/>
        </p:nvSpPr>
        <p:spPr>
          <a:xfrm>
            <a:off x="3844077" y="3780425"/>
            <a:ext cx="5012005" cy="109849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6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indent="0" algn="just"/>
            <a:r>
              <a:rPr lang="es-ES" sz="1400" dirty="0">
                <a:solidFill>
                  <a:schemeClr val="tx1"/>
                </a:solidFill>
              </a:rPr>
              <a:t>Para entender mejor el analizador léxico debemos conocer los conceptos de token, lexemas y patrones</a:t>
            </a:r>
          </a:p>
          <a:p>
            <a:pPr marL="0" indent="0" algn="just"/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9E61436-0251-5B21-6B56-A318BEE851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488" y="77856"/>
            <a:ext cx="7706012" cy="73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465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>
          <a:extLst>
            <a:ext uri="{FF2B5EF4-FFF2-40B4-BE49-F238E27FC236}">
              <a16:creationId xmlns:a16="http://schemas.microsoft.com/office/drawing/2014/main" id="{1EE3AB81-B316-EBE0-1E4B-E7D0FE8FB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39">
            <a:extLst>
              <a:ext uri="{FF2B5EF4-FFF2-40B4-BE49-F238E27FC236}">
                <a16:creationId xmlns:a16="http://schemas.microsoft.com/office/drawing/2014/main" id="{83C436A9-88AB-2922-22D6-42A48CC48A9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08201" y="1813265"/>
            <a:ext cx="2373000" cy="16578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/>
              <a:t>Es una cadena con un significado asignado e identificado, estructurado por un par, nombre de token y su valor.</a:t>
            </a:r>
          </a:p>
        </p:txBody>
      </p:sp>
      <p:sp>
        <p:nvSpPr>
          <p:cNvPr id="525" name="Google Shape;525;p39">
            <a:extLst>
              <a:ext uri="{FF2B5EF4-FFF2-40B4-BE49-F238E27FC236}">
                <a16:creationId xmlns:a16="http://schemas.microsoft.com/office/drawing/2014/main" id="{D40C84AA-F8AA-E1E8-C9AF-2D332DE8910C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552581" y="2434283"/>
            <a:ext cx="2465506" cy="13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/>
              <a:t>Secuencia de caracteres que coinciden con un patrón para un token.</a:t>
            </a:r>
          </a:p>
        </p:txBody>
      </p:sp>
      <p:sp>
        <p:nvSpPr>
          <p:cNvPr id="526" name="Google Shape;526;p39">
            <a:extLst>
              <a:ext uri="{FF2B5EF4-FFF2-40B4-BE49-F238E27FC236}">
                <a16:creationId xmlns:a16="http://schemas.microsoft.com/office/drawing/2014/main" id="{FE146032-FAD8-D399-3DF9-454E3221E873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6080827" y="2920508"/>
            <a:ext cx="2653855" cy="13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/>
              <a:t>Descripción de la forma que pueden tomar los lexemas de un token.</a:t>
            </a:r>
          </a:p>
        </p:txBody>
      </p:sp>
      <p:sp>
        <p:nvSpPr>
          <p:cNvPr id="527" name="Google Shape;527;p39">
            <a:extLst>
              <a:ext uri="{FF2B5EF4-FFF2-40B4-BE49-F238E27FC236}">
                <a16:creationId xmlns:a16="http://schemas.microsoft.com/office/drawing/2014/main" id="{E55CDB31-DEFA-FD1B-871B-2F2D4417B930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749595" y="1114283"/>
            <a:ext cx="24168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Token</a:t>
            </a:r>
            <a:endParaRPr lang="es-ES" noProof="0" dirty="0"/>
          </a:p>
        </p:txBody>
      </p:sp>
      <p:sp>
        <p:nvSpPr>
          <p:cNvPr id="528" name="Google Shape;528;p39">
            <a:extLst>
              <a:ext uri="{FF2B5EF4-FFF2-40B4-BE49-F238E27FC236}">
                <a16:creationId xmlns:a16="http://schemas.microsoft.com/office/drawing/2014/main" id="{8303C541-0E5B-EC35-042C-D182149388E9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3530682" y="1794334"/>
            <a:ext cx="24168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/>
              <a:t>Lexemas</a:t>
            </a:r>
          </a:p>
        </p:txBody>
      </p:sp>
      <p:sp>
        <p:nvSpPr>
          <p:cNvPr id="529" name="Google Shape;529;p39">
            <a:extLst>
              <a:ext uri="{FF2B5EF4-FFF2-40B4-BE49-F238E27FC236}">
                <a16:creationId xmlns:a16="http://schemas.microsoft.com/office/drawing/2014/main" id="{7EBF548B-CE38-76FE-7460-B397E4054D6C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6099769" y="2260508"/>
            <a:ext cx="24168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/>
              <a:t>Patrones</a:t>
            </a:r>
          </a:p>
        </p:txBody>
      </p:sp>
      <p:grpSp>
        <p:nvGrpSpPr>
          <p:cNvPr id="530" name="Google Shape;530;p39">
            <a:extLst>
              <a:ext uri="{FF2B5EF4-FFF2-40B4-BE49-F238E27FC236}">
                <a16:creationId xmlns:a16="http://schemas.microsoft.com/office/drawing/2014/main" id="{942AAE8F-9AB2-B5A1-496E-80005E1F9101}"/>
              </a:ext>
            </a:extLst>
          </p:cNvPr>
          <p:cNvGrpSpPr/>
          <p:nvPr/>
        </p:nvGrpSpPr>
        <p:grpSpPr>
          <a:xfrm>
            <a:off x="350039" y="3944000"/>
            <a:ext cx="2536147" cy="887325"/>
            <a:chOff x="880714" y="3731738"/>
            <a:chExt cx="2536147" cy="887325"/>
          </a:xfrm>
        </p:grpSpPr>
        <p:sp>
          <p:nvSpPr>
            <p:cNvPr id="531" name="Google Shape;531;p39">
              <a:extLst>
                <a:ext uri="{FF2B5EF4-FFF2-40B4-BE49-F238E27FC236}">
                  <a16:creationId xmlns:a16="http://schemas.microsoft.com/office/drawing/2014/main" id="{E24B7542-3FCC-F5CD-12A3-D8784EA15A0C}"/>
                </a:ext>
              </a:extLst>
            </p:cNvPr>
            <p:cNvSpPr/>
            <p:nvPr/>
          </p:nvSpPr>
          <p:spPr>
            <a:xfrm>
              <a:off x="880714" y="37482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532" name="Google Shape;532;p39">
              <a:extLst>
                <a:ext uri="{FF2B5EF4-FFF2-40B4-BE49-F238E27FC236}">
                  <a16:creationId xmlns:a16="http://schemas.microsoft.com/office/drawing/2014/main" id="{370091C6-C0EC-30E9-DFE6-59F13D5D7E4B}"/>
                </a:ext>
              </a:extLst>
            </p:cNvPr>
            <p:cNvSpPr/>
            <p:nvPr/>
          </p:nvSpPr>
          <p:spPr>
            <a:xfrm>
              <a:off x="880714" y="39872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533" name="Google Shape;533;p39">
              <a:extLst>
                <a:ext uri="{FF2B5EF4-FFF2-40B4-BE49-F238E27FC236}">
                  <a16:creationId xmlns:a16="http://schemas.microsoft.com/office/drawing/2014/main" id="{5960A99A-FBED-343C-50E7-8413D265D33F}"/>
                </a:ext>
              </a:extLst>
            </p:cNvPr>
            <p:cNvSpPr/>
            <p:nvPr/>
          </p:nvSpPr>
          <p:spPr>
            <a:xfrm>
              <a:off x="880732" y="42605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534" name="Google Shape;534;p39">
              <a:extLst>
                <a:ext uri="{FF2B5EF4-FFF2-40B4-BE49-F238E27FC236}">
                  <a16:creationId xmlns:a16="http://schemas.microsoft.com/office/drawing/2014/main" id="{C700B9CA-86F1-95C5-AEBA-50D384E8E669}"/>
                </a:ext>
              </a:extLst>
            </p:cNvPr>
            <p:cNvSpPr/>
            <p:nvPr/>
          </p:nvSpPr>
          <p:spPr>
            <a:xfrm>
              <a:off x="1374131" y="4260575"/>
              <a:ext cx="5244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535" name="Google Shape;535;p39">
              <a:extLst>
                <a:ext uri="{FF2B5EF4-FFF2-40B4-BE49-F238E27FC236}">
                  <a16:creationId xmlns:a16="http://schemas.microsoft.com/office/drawing/2014/main" id="{AC4FEF0E-31A1-52E7-1AE5-0E32E53AA282}"/>
                </a:ext>
              </a:extLst>
            </p:cNvPr>
            <p:cNvSpPr/>
            <p:nvPr/>
          </p:nvSpPr>
          <p:spPr>
            <a:xfrm>
              <a:off x="2032952" y="4260575"/>
              <a:ext cx="661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536" name="Google Shape;536;p39">
              <a:extLst>
                <a:ext uri="{FF2B5EF4-FFF2-40B4-BE49-F238E27FC236}">
                  <a16:creationId xmlns:a16="http://schemas.microsoft.com/office/drawing/2014/main" id="{2AF8306C-C4C6-9440-1FF4-61C5B49EFFAF}"/>
                </a:ext>
              </a:extLst>
            </p:cNvPr>
            <p:cNvSpPr/>
            <p:nvPr/>
          </p:nvSpPr>
          <p:spPr>
            <a:xfrm>
              <a:off x="2783250" y="4260575"/>
              <a:ext cx="241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537" name="Google Shape;537;p39">
              <a:extLst>
                <a:ext uri="{FF2B5EF4-FFF2-40B4-BE49-F238E27FC236}">
                  <a16:creationId xmlns:a16="http://schemas.microsoft.com/office/drawing/2014/main" id="{09738E5E-70D7-4CF0-841C-2EB4EDADA4E4}"/>
                </a:ext>
              </a:extLst>
            </p:cNvPr>
            <p:cNvSpPr/>
            <p:nvPr/>
          </p:nvSpPr>
          <p:spPr>
            <a:xfrm>
              <a:off x="880732" y="44691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538" name="Google Shape;538;p39">
              <a:extLst>
                <a:ext uri="{FF2B5EF4-FFF2-40B4-BE49-F238E27FC236}">
                  <a16:creationId xmlns:a16="http://schemas.microsoft.com/office/drawing/2014/main" id="{F9269B18-B860-319C-3508-225570BDD700}"/>
                </a:ext>
              </a:extLst>
            </p:cNvPr>
            <p:cNvSpPr/>
            <p:nvPr/>
          </p:nvSpPr>
          <p:spPr>
            <a:xfrm>
              <a:off x="1374131" y="4469100"/>
              <a:ext cx="834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539" name="Google Shape;539;p39">
              <a:extLst>
                <a:ext uri="{FF2B5EF4-FFF2-40B4-BE49-F238E27FC236}">
                  <a16:creationId xmlns:a16="http://schemas.microsoft.com/office/drawing/2014/main" id="{3BF94B2E-66C7-5ADD-0081-E2B3D70133E1}"/>
                </a:ext>
              </a:extLst>
            </p:cNvPr>
            <p:cNvSpPr/>
            <p:nvPr/>
          </p:nvSpPr>
          <p:spPr>
            <a:xfrm>
              <a:off x="2318331" y="44691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540" name="Google Shape;540;p39">
              <a:extLst>
                <a:ext uri="{FF2B5EF4-FFF2-40B4-BE49-F238E27FC236}">
                  <a16:creationId xmlns:a16="http://schemas.microsoft.com/office/drawing/2014/main" id="{87A9C7B8-0667-D825-EF3E-85944831CCF0}"/>
                </a:ext>
              </a:extLst>
            </p:cNvPr>
            <p:cNvSpPr/>
            <p:nvPr/>
          </p:nvSpPr>
          <p:spPr>
            <a:xfrm>
              <a:off x="2783561" y="44711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541" name="Google Shape;541;p39">
              <a:extLst>
                <a:ext uri="{FF2B5EF4-FFF2-40B4-BE49-F238E27FC236}">
                  <a16:creationId xmlns:a16="http://schemas.microsoft.com/office/drawing/2014/main" id="{9617441C-22F0-46EF-750B-F528DA78E08A}"/>
                </a:ext>
              </a:extLst>
            </p:cNvPr>
            <p:cNvSpPr/>
            <p:nvPr/>
          </p:nvSpPr>
          <p:spPr>
            <a:xfrm>
              <a:off x="1301861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542" name="Google Shape;542;p39">
              <a:extLst>
                <a:ext uri="{FF2B5EF4-FFF2-40B4-BE49-F238E27FC236}">
                  <a16:creationId xmlns:a16="http://schemas.microsoft.com/office/drawing/2014/main" id="{068BE28D-CE24-85C3-D1EF-34734036010E}"/>
                </a:ext>
              </a:extLst>
            </p:cNvPr>
            <p:cNvSpPr/>
            <p:nvPr/>
          </p:nvSpPr>
          <p:spPr>
            <a:xfrm>
              <a:off x="1301861" y="37317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543" name="Google Shape;543;p39">
              <a:extLst>
                <a:ext uri="{FF2B5EF4-FFF2-40B4-BE49-F238E27FC236}">
                  <a16:creationId xmlns:a16="http://schemas.microsoft.com/office/drawing/2014/main" id="{FC00CE24-F6FF-0C97-D45F-B8083FC42A9A}"/>
                </a:ext>
              </a:extLst>
            </p:cNvPr>
            <p:cNvSpPr/>
            <p:nvPr/>
          </p:nvSpPr>
          <p:spPr>
            <a:xfrm>
              <a:off x="2028686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</p:grpSp>
      <p:pic>
        <p:nvPicPr>
          <p:cNvPr id="3" name="Imagen 2" descr="Tabla&#10;&#10;El contenido generado por IA puede ser incorrecto.">
            <a:extLst>
              <a:ext uri="{FF2B5EF4-FFF2-40B4-BE49-F238E27FC236}">
                <a16:creationId xmlns:a16="http://schemas.microsoft.com/office/drawing/2014/main" id="{D1E08FDD-B710-400E-6D76-8C49D194F1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7158" y="3944000"/>
            <a:ext cx="3743847" cy="857370"/>
          </a:xfrm>
          <a:prstGeom prst="rect">
            <a:avLst/>
          </a:prstGeom>
        </p:spPr>
      </p:pic>
      <p:sp>
        <p:nvSpPr>
          <p:cNvPr id="5" name="Google Shape;352;p34">
            <a:extLst>
              <a:ext uri="{FF2B5EF4-FFF2-40B4-BE49-F238E27FC236}">
                <a16:creationId xmlns:a16="http://schemas.microsoft.com/office/drawing/2014/main" id="{DE0F8B5D-A665-3F0A-0193-BC7A6D0B65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13908" y="385943"/>
            <a:ext cx="5574961" cy="69083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noProof="0" dirty="0"/>
              <a:t>Analizador</a:t>
            </a:r>
            <a:r>
              <a:rPr lang="es-ES" sz="2800" noProof="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s-ES" sz="2800" noProof="0" dirty="0"/>
              <a:t>léxico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B57E26C-4412-287A-64FB-AD00D10CB2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488" y="77856"/>
            <a:ext cx="7706012" cy="73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795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>
          <a:extLst>
            <a:ext uri="{FF2B5EF4-FFF2-40B4-BE49-F238E27FC236}">
              <a16:creationId xmlns:a16="http://schemas.microsoft.com/office/drawing/2014/main" id="{46EA6BA5-9C56-AE34-827A-C746DD2BB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7">
            <a:extLst>
              <a:ext uri="{FF2B5EF4-FFF2-40B4-BE49-F238E27FC236}">
                <a16:creationId xmlns:a16="http://schemas.microsoft.com/office/drawing/2014/main" id="{6146ECF9-D1A3-0B79-256F-D40189EE9E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7882" y="741704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/>
              <a:t>Analizador Sintáctico</a:t>
            </a:r>
            <a:endParaRPr lang="es-ES" noProof="0" dirty="0">
              <a:solidFill>
                <a:schemeClr val="accent4"/>
              </a:solidFill>
            </a:endParaRPr>
          </a:p>
        </p:txBody>
      </p:sp>
      <p:sp>
        <p:nvSpPr>
          <p:cNvPr id="455" name="Google Shape;455;p37">
            <a:extLst>
              <a:ext uri="{FF2B5EF4-FFF2-40B4-BE49-F238E27FC236}">
                <a16:creationId xmlns:a16="http://schemas.microsoft.com/office/drawing/2014/main" id="{5309F571-8944-6C23-93E6-8CCF8C90C8E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761041" y="1529000"/>
            <a:ext cx="5921950" cy="361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dirty="0"/>
              <a:t>T</a:t>
            </a:r>
            <a:r>
              <a:rPr lang="es-ES" noProof="0" dirty="0" err="1"/>
              <a:t>rabaja</a:t>
            </a:r>
            <a:r>
              <a:rPr lang="es-ES" noProof="0" dirty="0"/>
              <a:t> a nivel de sentencias, su propósito es verificar la estructura gramatical de la orden de entrada, verificando con ayuda de las reglas de producción si lo ingresado es válido o no, el funcionamiento es el siguiente:</a:t>
            </a:r>
          </a:p>
          <a:p>
            <a:pPr marL="425450" indent="-285750">
              <a:spcBef>
                <a:spcPts val="1000"/>
              </a:spcBef>
              <a:buSzPts val="1400"/>
            </a:pPr>
            <a:r>
              <a:rPr lang="es-ES" noProof="0" dirty="0"/>
              <a:t>Recepción de tokens, por parte del léxico.</a:t>
            </a:r>
          </a:p>
          <a:p>
            <a:pPr marL="425450" indent="-285750">
              <a:spcBef>
                <a:spcPts val="1000"/>
              </a:spcBef>
              <a:buSzPts val="1400"/>
            </a:pPr>
            <a:r>
              <a:rPr lang="es-ES" dirty="0"/>
              <a:t>Verificar si los tokens coinciden con las reglas de producción.</a:t>
            </a:r>
            <a:endParaRPr lang="es-ES" noProof="0" dirty="0"/>
          </a:p>
          <a:p>
            <a:pPr marL="425450" indent="-285750">
              <a:spcBef>
                <a:spcPts val="1000"/>
              </a:spcBef>
              <a:buSzPts val="1400"/>
            </a:pPr>
            <a:r>
              <a:rPr lang="es-ES" noProof="0" dirty="0"/>
              <a:t>Construcción del árbol sintáctico.</a:t>
            </a:r>
            <a:endParaRPr lang="es-ES" dirty="0"/>
          </a:p>
          <a:p>
            <a:pPr marL="425450" indent="-285750">
              <a:spcBef>
                <a:spcPts val="1000"/>
              </a:spcBef>
              <a:buSzPts val="1400"/>
            </a:pPr>
            <a:r>
              <a:rPr lang="es-ES" dirty="0"/>
              <a:t>Gestión de errores.</a:t>
            </a:r>
          </a:p>
        </p:txBody>
      </p:sp>
      <p:grpSp>
        <p:nvGrpSpPr>
          <p:cNvPr id="456" name="Google Shape;456;p37">
            <a:extLst>
              <a:ext uri="{FF2B5EF4-FFF2-40B4-BE49-F238E27FC236}">
                <a16:creationId xmlns:a16="http://schemas.microsoft.com/office/drawing/2014/main" id="{62A0D40B-4C8B-9A13-547B-F3A98590D7AA}"/>
              </a:ext>
            </a:extLst>
          </p:cNvPr>
          <p:cNvGrpSpPr/>
          <p:nvPr/>
        </p:nvGrpSpPr>
        <p:grpSpPr>
          <a:xfrm>
            <a:off x="321967" y="1337250"/>
            <a:ext cx="2415354" cy="3413475"/>
            <a:chOff x="719992" y="1135488"/>
            <a:chExt cx="2415354" cy="3413475"/>
          </a:xfrm>
        </p:grpSpPr>
        <p:sp>
          <p:nvSpPr>
            <p:cNvPr id="457" name="Google Shape;457;p37">
              <a:extLst>
                <a:ext uri="{FF2B5EF4-FFF2-40B4-BE49-F238E27FC236}">
                  <a16:creationId xmlns:a16="http://schemas.microsoft.com/office/drawing/2014/main" id="{83722F1F-AB46-C8E5-440C-58E9F8E70448}"/>
                </a:ext>
              </a:extLst>
            </p:cNvPr>
            <p:cNvSpPr/>
            <p:nvPr/>
          </p:nvSpPr>
          <p:spPr>
            <a:xfrm>
              <a:off x="719992" y="11440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58" name="Google Shape;458;p37">
              <a:extLst>
                <a:ext uri="{FF2B5EF4-FFF2-40B4-BE49-F238E27FC236}">
                  <a16:creationId xmlns:a16="http://schemas.microsoft.com/office/drawing/2014/main" id="{591B54AC-94D0-A10B-E02C-1B82EF880590}"/>
                </a:ext>
              </a:extLst>
            </p:cNvPr>
            <p:cNvSpPr/>
            <p:nvPr/>
          </p:nvSpPr>
          <p:spPr>
            <a:xfrm>
              <a:off x="1206317" y="113548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59" name="Google Shape;459;p37">
              <a:extLst>
                <a:ext uri="{FF2B5EF4-FFF2-40B4-BE49-F238E27FC236}">
                  <a16:creationId xmlns:a16="http://schemas.microsoft.com/office/drawing/2014/main" id="{99A61D16-41C9-544A-B8DD-28F5F72F377E}"/>
                </a:ext>
              </a:extLst>
            </p:cNvPr>
            <p:cNvSpPr/>
            <p:nvPr/>
          </p:nvSpPr>
          <p:spPr>
            <a:xfrm>
              <a:off x="719992" y="145628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60" name="Google Shape;460;p37">
              <a:extLst>
                <a:ext uri="{FF2B5EF4-FFF2-40B4-BE49-F238E27FC236}">
                  <a16:creationId xmlns:a16="http://schemas.microsoft.com/office/drawing/2014/main" id="{5CB421B3-D624-379D-5DDE-AA13B702BD5F}"/>
                </a:ext>
              </a:extLst>
            </p:cNvPr>
            <p:cNvSpPr/>
            <p:nvPr/>
          </p:nvSpPr>
          <p:spPr>
            <a:xfrm>
              <a:off x="719992" y="17830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61" name="Google Shape;461;p37">
              <a:extLst>
                <a:ext uri="{FF2B5EF4-FFF2-40B4-BE49-F238E27FC236}">
                  <a16:creationId xmlns:a16="http://schemas.microsoft.com/office/drawing/2014/main" id="{21636378-2BD7-15DE-BDDC-AD3902B46842}"/>
                </a:ext>
              </a:extLst>
            </p:cNvPr>
            <p:cNvSpPr/>
            <p:nvPr/>
          </p:nvSpPr>
          <p:spPr>
            <a:xfrm>
              <a:off x="719992" y="21097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62" name="Google Shape;462;p37">
              <a:extLst>
                <a:ext uri="{FF2B5EF4-FFF2-40B4-BE49-F238E27FC236}">
                  <a16:creationId xmlns:a16="http://schemas.microsoft.com/office/drawing/2014/main" id="{5E7575C6-9B8D-A1EA-1B23-DE729CABBBE4}"/>
                </a:ext>
              </a:extLst>
            </p:cNvPr>
            <p:cNvSpPr/>
            <p:nvPr/>
          </p:nvSpPr>
          <p:spPr>
            <a:xfrm>
              <a:off x="1154846" y="2109738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63" name="Google Shape;463;p37">
              <a:extLst>
                <a:ext uri="{FF2B5EF4-FFF2-40B4-BE49-F238E27FC236}">
                  <a16:creationId xmlns:a16="http://schemas.microsoft.com/office/drawing/2014/main" id="{D3F4413E-45D9-B4A0-695A-E09FD4F27920}"/>
                </a:ext>
              </a:extLst>
            </p:cNvPr>
            <p:cNvSpPr/>
            <p:nvPr/>
          </p:nvSpPr>
          <p:spPr>
            <a:xfrm>
              <a:off x="1689227" y="21097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64" name="Google Shape;464;p37">
              <a:extLst>
                <a:ext uri="{FF2B5EF4-FFF2-40B4-BE49-F238E27FC236}">
                  <a16:creationId xmlns:a16="http://schemas.microsoft.com/office/drawing/2014/main" id="{816DEEFD-8D66-DFFB-08BB-451C1486CE5C}"/>
                </a:ext>
              </a:extLst>
            </p:cNvPr>
            <p:cNvSpPr/>
            <p:nvPr/>
          </p:nvSpPr>
          <p:spPr>
            <a:xfrm>
              <a:off x="719992" y="242031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65" name="Google Shape;465;p37">
              <a:extLst>
                <a:ext uri="{FF2B5EF4-FFF2-40B4-BE49-F238E27FC236}">
                  <a16:creationId xmlns:a16="http://schemas.microsoft.com/office/drawing/2014/main" id="{2BB37A66-84D2-43D2-968E-1FE933B9909E}"/>
                </a:ext>
              </a:extLst>
            </p:cNvPr>
            <p:cNvSpPr/>
            <p:nvPr/>
          </p:nvSpPr>
          <p:spPr>
            <a:xfrm>
              <a:off x="719992" y="27631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66" name="Google Shape;466;p37">
              <a:extLst>
                <a:ext uri="{FF2B5EF4-FFF2-40B4-BE49-F238E27FC236}">
                  <a16:creationId xmlns:a16="http://schemas.microsoft.com/office/drawing/2014/main" id="{212AD717-2168-3C57-ABEA-5452BEDF2557}"/>
                </a:ext>
              </a:extLst>
            </p:cNvPr>
            <p:cNvSpPr/>
            <p:nvPr/>
          </p:nvSpPr>
          <p:spPr>
            <a:xfrm>
              <a:off x="719992" y="30720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67" name="Google Shape;467;p37">
              <a:extLst>
                <a:ext uri="{FF2B5EF4-FFF2-40B4-BE49-F238E27FC236}">
                  <a16:creationId xmlns:a16="http://schemas.microsoft.com/office/drawing/2014/main" id="{F77EC6BE-7D62-7933-F411-C7EB19A73B48}"/>
                </a:ext>
              </a:extLst>
            </p:cNvPr>
            <p:cNvSpPr/>
            <p:nvPr/>
          </p:nvSpPr>
          <p:spPr>
            <a:xfrm>
              <a:off x="719992" y="338101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68" name="Google Shape;468;p37">
              <a:extLst>
                <a:ext uri="{FF2B5EF4-FFF2-40B4-BE49-F238E27FC236}">
                  <a16:creationId xmlns:a16="http://schemas.microsoft.com/office/drawing/2014/main" id="{23975C59-633D-48B0-7DF0-6A651C126997}"/>
                </a:ext>
              </a:extLst>
            </p:cNvPr>
            <p:cNvSpPr/>
            <p:nvPr/>
          </p:nvSpPr>
          <p:spPr>
            <a:xfrm>
              <a:off x="733714" y="4161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69" name="Google Shape;469;p37">
              <a:extLst>
                <a:ext uri="{FF2B5EF4-FFF2-40B4-BE49-F238E27FC236}">
                  <a16:creationId xmlns:a16="http://schemas.microsoft.com/office/drawing/2014/main" id="{2B867D0C-9C7E-D6FA-13AC-ABC82F7C5581}"/>
                </a:ext>
              </a:extLst>
            </p:cNvPr>
            <p:cNvSpPr/>
            <p:nvPr/>
          </p:nvSpPr>
          <p:spPr>
            <a:xfrm>
              <a:off x="1154846" y="242031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70" name="Google Shape;470;p37">
              <a:extLst>
                <a:ext uri="{FF2B5EF4-FFF2-40B4-BE49-F238E27FC236}">
                  <a16:creationId xmlns:a16="http://schemas.microsoft.com/office/drawing/2014/main" id="{390EEE0A-46D3-CB44-BA0E-ADBF84A822F1}"/>
                </a:ext>
              </a:extLst>
            </p:cNvPr>
            <p:cNvSpPr/>
            <p:nvPr/>
          </p:nvSpPr>
          <p:spPr>
            <a:xfrm>
              <a:off x="1115907" y="27631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71" name="Google Shape;471;p37">
              <a:extLst>
                <a:ext uri="{FF2B5EF4-FFF2-40B4-BE49-F238E27FC236}">
                  <a16:creationId xmlns:a16="http://schemas.microsoft.com/office/drawing/2014/main" id="{945E7AD7-B6EF-8272-B658-F282B2AD4A2E}"/>
                </a:ext>
              </a:extLst>
            </p:cNvPr>
            <p:cNvSpPr/>
            <p:nvPr/>
          </p:nvSpPr>
          <p:spPr>
            <a:xfrm>
              <a:off x="1154846" y="30720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72" name="Google Shape;472;p37">
              <a:extLst>
                <a:ext uri="{FF2B5EF4-FFF2-40B4-BE49-F238E27FC236}">
                  <a16:creationId xmlns:a16="http://schemas.microsoft.com/office/drawing/2014/main" id="{D836DD1B-8C58-865A-059A-E7998462EB1E}"/>
                </a:ext>
              </a:extLst>
            </p:cNvPr>
            <p:cNvSpPr/>
            <p:nvPr/>
          </p:nvSpPr>
          <p:spPr>
            <a:xfrm>
              <a:off x="1154846" y="33979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73" name="Google Shape;473;p37">
              <a:extLst>
                <a:ext uri="{FF2B5EF4-FFF2-40B4-BE49-F238E27FC236}">
                  <a16:creationId xmlns:a16="http://schemas.microsoft.com/office/drawing/2014/main" id="{DAD45DC8-12EE-86CB-6F48-670D175DB57E}"/>
                </a:ext>
              </a:extLst>
            </p:cNvPr>
            <p:cNvSpPr/>
            <p:nvPr/>
          </p:nvSpPr>
          <p:spPr>
            <a:xfrm>
              <a:off x="1154846" y="37238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74" name="Google Shape;474;p37">
              <a:extLst>
                <a:ext uri="{FF2B5EF4-FFF2-40B4-BE49-F238E27FC236}">
                  <a16:creationId xmlns:a16="http://schemas.microsoft.com/office/drawing/2014/main" id="{A88FC4FA-8E71-0971-63E9-E3A842D164B6}"/>
                </a:ext>
              </a:extLst>
            </p:cNvPr>
            <p:cNvSpPr/>
            <p:nvPr/>
          </p:nvSpPr>
          <p:spPr>
            <a:xfrm>
              <a:off x="1558536" y="242031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75" name="Google Shape;475;p37">
              <a:extLst>
                <a:ext uri="{FF2B5EF4-FFF2-40B4-BE49-F238E27FC236}">
                  <a16:creationId xmlns:a16="http://schemas.microsoft.com/office/drawing/2014/main" id="{80F3D2A4-CD93-52DC-AC33-19B063AE6E31}"/>
                </a:ext>
              </a:extLst>
            </p:cNvPr>
            <p:cNvSpPr/>
            <p:nvPr/>
          </p:nvSpPr>
          <p:spPr>
            <a:xfrm>
              <a:off x="1558536" y="2763163"/>
              <a:ext cx="884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76" name="Google Shape;476;p37">
              <a:extLst>
                <a:ext uri="{FF2B5EF4-FFF2-40B4-BE49-F238E27FC236}">
                  <a16:creationId xmlns:a16="http://schemas.microsoft.com/office/drawing/2014/main" id="{A66ADF24-A9B0-7B80-7C02-02B48BF17263}"/>
                </a:ext>
              </a:extLst>
            </p:cNvPr>
            <p:cNvSpPr/>
            <p:nvPr/>
          </p:nvSpPr>
          <p:spPr>
            <a:xfrm>
              <a:off x="1589699" y="3072088"/>
              <a:ext cx="10299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77" name="Google Shape;477;p37">
              <a:extLst>
                <a:ext uri="{FF2B5EF4-FFF2-40B4-BE49-F238E27FC236}">
                  <a16:creationId xmlns:a16="http://schemas.microsoft.com/office/drawing/2014/main" id="{B45C8C7D-213C-FAF1-C7D7-06DFF46AF447}"/>
                </a:ext>
              </a:extLst>
            </p:cNvPr>
            <p:cNvSpPr/>
            <p:nvPr/>
          </p:nvSpPr>
          <p:spPr>
            <a:xfrm>
              <a:off x="1589699" y="3416588"/>
              <a:ext cx="1029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78" name="Google Shape;478;p37">
              <a:extLst>
                <a:ext uri="{FF2B5EF4-FFF2-40B4-BE49-F238E27FC236}">
                  <a16:creationId xmlns:a16="http://schemas.microsoft.com/office/drawing/2014/main" id="{550CE731-683C-4605-7C24-D6E199F97C77}"/>
                </a:ext>
              </a:extLst>
            </p:cNvPr>
            <p:cNvSpPr/>
            <p:nvPr/>
          </p:nvSpPr>
          <p:spPr>
            <a:xfrm>
              <a:off x="1589699" y="3723863"/>
              <a:ext cx="1029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79" name="Google Shape;479;p37">
              <a:extLst>
                <a:ext uri="{FF2B5EF4-FFF2-40B4-BE49-F238E27FC236}">
                  <a16:creationId xmlns:a16="http://schemas.microsoft.com/office/drawing/2014/main" id="{833FC03F-7D99-D82C-7193-0386CF981B52}"/>
                </a:ext>
              </a:extLst>
            </p:cNvPr>
            <p:cNvSpPr/>
            <p:nvPr/>
          </p:nvSpPr>
          <p:spPr>
            <a:xfrm>
              <a:off x="2268127" y="2420313"/>
              <a:ext cx="5769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80" name="Google Shape;480;p37">
              <a:extLst>
                <a:ext uri="{FF2B5EF4-FFF2-40B4-BE49-F238E27FC236}">
                  <a16:creationId xmlns:a16="http://schemas.microsoft.com/office/drawing/2014/main" id="{6926BF9D-91BA-873D-0A4A-A0F8032F858C}"/>
                </a:ext>
              </a:extLst>
            </p:cNvPr>
            <p:cNvSpPr/>
            <p:nvPr/>
          </p:nvSpPr>
          <p:spPr>
            <a:xfrm>
              <a:off x="2558446" y="2746200"/>
              <a:ext cx="576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81" name="Google Shape;481;p37">
              <a:extLst>
                <a:ext uri="{FF2B5EF4-FFF2-40B4-BE49-F238E27FC236}">
                  <a16:creationId xmlns:a16="http://schemas.microsoft.com/office/drawing/2014/main" id="{B792010C-AE2D-A851-3AA6-A33E0C89D9E0}"/>
                </a:ext>
              </a:extLst>
            </p:cNvPr>
            <p:cNvSpPr/>
            <p:nvPr/>
          </p:nvSpPr>
          <p:spPr>
            <a:xfrm>
              <a:off x="2727100" y="30721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82" name="Google Shape;482;p37">
              <a:extLst>
                <a:ext uri="{FF2B5EF4-FFF2-40B4-BE49-F238E27FC236}">
                  <a16:creationId xmlns:a16="http://schemas.microsoft.com/office/drawing/2014/main" id="{DFE21DA7-EE54-F768-C91C-783FC8FF1584}"/>
                </a:ext>
              </a:extLst>
            </p:cNvPr>
            <p:cNvSpPr/>
            <p:nvPr/>
          </p:nvSpPr>
          <p:spPr>
            <a:xfrm>
              <a:off x="2727100" y="37239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83" name="Google Shape;483;p37">
              <a:extLst>
                <a:ext uri="{FF2B5EF4-FFF2-40B4-BE49-F238E27FC236}">
                  <a16:creationId xmlns:a16="http://schemas.microsoft.com/office/drawing/2014/main" id="{CB130FAA-E51F-204A-860C-9CDC76470CCA}"/>
                </a:ext>
              </a:extLst>
            </p:cNvPr>
            <p:cNvSpPr/>
            <p:nvPr/>
          </p:nvSpPr>
          <p:spPr>
            <a:xfrm>
              <a:off x="733714" y="4401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84" name="Google Shape;484;p37">
              <a:extLst>
                <a:ext uri="{FF2B5EF4-FFF2-40B4-BE49-F238E27FC236}">
                  <a16:creationId xmlns:a16="http://schemas.microsoft.com/office/drawing/2014/main" id="{49C0C4C0-5AD8-DA89-4211-B6D311998CA1}"/>
                </a:ext>
              </a:extLst>
            </p:cNvPr>
            <p:cNvSpPr/>
            <p:nvPr/>
          </p:nvSpPr>
          <p:spPr>
            <a:xfrm>
              <a:off x="1634836" y="11473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85" name="Google Shape;485;p37">
              <a:extLst>
                <a:ext uri="{FF2B5EF4-FFF2-40B4-BE49-F238E27FC236}">
                  <a16:creationId xmlns:a16="http://schemas.microsoft.com/office/drawing/2014/main" id="{5568C190-298A-AC9C-FA35-9E58A8F674DD}"/>
                </a:ext>
              </a:extLst>
            </p:cNvPr>
            <p:cNvSpPr/>
            <p:nvPr/>
          </p:nvSpPr>
          <p:spPr>
            <a:xfrm>
              <a:off x="1206336" y="145631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86" name="Google Shape;486;p37">
              <a:extLst>
                <a:ext uri="{FF2B5EF4-FFF2-40B4-BE49-F238E27FC236}">
                  <a16:creationId xmlns:a16="http://schemas.microsoft.com/office/drawing/2014/main" id="{6A6BB5ED-6632-5B6F-7E18-85AC94AE5BAE}"/>
                </a:ext>
              </a:extLst>
            </p:cNvPr>
            <p:cNvSpPr/>
            <p:nvPr/>
          </p:nvSpPr>
          <p:spPr>
            <a:xfrm>
              <a:off x="1939636" y="14521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87" name="Google Shape;487;p37">
              <a:extLst>
                <a:ext uri="{FF2B5EF4-FFF2-40B4-BE49-F238E27FC236}">
                  <a16:creationId xmlns:a16="http://schemas.microsoft.com/office/drawing/2014/main" id="{A232DF9A-65C5-0E1E-D52B-A998F49ACFEF}"/>
                </a:ext>
              </a:extLst>
            </p:cNvPr>
            <p:cNvSpPr/>
            <p:nvPr/>
          </p:nvSpPr>
          <p:spPr>
            <a:xfrm>
              <a:off x="1206329" y="178303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88" name="Google Shape;488;p37">
              <a:extLst>
                <a:ext uri="{FF2B5EF4-FFF2-40B4-BE49-F238E27FC236}">
                  <a16:creationId xmlns:a16="http://schemas.microsoft.com/office/drawing/2014/main" id="{91DF1DE4-41B0-9707-D198-6805D4F5757A}"/>
                </a:ext>
              </a:extLst>
            </p:cNvPr>
            <p:cNvSpPr/>
            <p:nvPr/>
          </p:nvSpPr>
          <p:spPr>
            <a:xfrm>
              <a:off x="2124079" y="2107675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89" name="Google Shape;489;p37">
              <a:extLst>
                <a:ext uri="{FF2B5EF4-FFF2-40B4-BE49-F238E27FC236}">
                  <a16:creationId xmlns:a16="http://schemas.microsoft.com/office/drawing/2014/main" id="{7A47490C-4AB7-E3C9-885B-A95DB880F040}"/>
                </a:ext>
              </a:extLst>
            </p:cNvPr>
            <p:cNvSpPr/>
            <p:nvPr/>
          </p:nvSpPr>
          <p:spPr>
            <a:xfrm>
              <a:off x="2727104" y="341658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90" name="Google Shape;490;p37">
              <a:extLst>
                <a:ext uri="{FF2B5EF4-FFF2-40B4-BE49-F238E27FC236}">
                  <a16:creationId xmlns:a16="http://schemas.microsoft.com/office/drawing/2014/main" id="{FB337B7C-E46C-EF7F-C1FC-AADAF36D436A}"/>
                </a:ext>
              </a:extLst>
            </p:cNvPr>
            <p:cNvSpPr/>
            <p:nvPr/>
          </p:nvSpPr>
          <p:spPr>
            <a:xfrm>
              <a:off x="1154861" y="437562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91" name="Google Shape;491;p37">
              <a:extLst>
                <a:ext uri="{FF2B5EF4-FFF2-40B4-BE49-F238E27FC236}">
                  <a16:creationId xmlns:a16="http://schemas.microsoft.com/office/drawing/2014/main" id="{B66500BE-3B76-8B3F-6340-5C6655775D61}"/>
                </a:ext>
              </a:extLst>
            </p:cNvPr>
            <p:cNvSpPr/>
            <p:nvPr/>
          </p:nvSpPr>
          <p:spPr>
            <a:xfrm>
              <a:off x="1154861" y="414552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</p:grpSp>
      <p:sp>
        <p:nvSpPr>
          <p:cNvPr id="3" name="Google Shape;431;p36">
            <a:extLst>
              <a:ext uri="{FF2B5EF4-FFF2-40B4-BE49-F238E27FC236}">
                <a16:creationId xmlns:a16="http://schemas.microsoft.com/office/drawing/2014/main" id="{1C7516CC-29C7-12BD-B25A-D8A45303994D}"/>
              </a:ext>
            </a:extLst>
          </p:cNvPr>
          <p:cNvSpPr txBox="1">
            <a:spLocks/>
          </p:cNvSpPr>
          <p:nvPr/>
        </p:nvSpPr>
        <p:spPr>
          <a:xfrm>
            <a:off x="720000" y="381546"/>
            <a:ext cx="77040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lvl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255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s-ES" dirty="0"/>
              <a:t>Fundamento Teórico</a:t>
            </a:r>
            <a:endParaRPr lang="es-ES" dirty="0">
              <a:solidFill>
                <a:schemeClr val="l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1427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>
          <a:extLst>
            <a:ext uri="{FF2B5EF4-FFF2-40B4-BE49-F238E27FC236}">
              <a16:creationId xmlns:a16="http://schemas.microsoft.com/office/drawing/2014/main" id="{37B4ECE9-DA3F-C209-880D-29A7FA5A7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4">
            <a:extLst>
              <a:ext uri="{FF2B5EF4-FFF2-40B4-BE49-F238E27FC236}">
                <a16:creationId xmlns:a16="http://schemas.microsoft.com/office/drawing/2014/main" id="{1BAB5F8D-5001-90F1-2166-EEABE5A164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42629" y="298836"/>
            <a:ext cx="6625545" cy="69083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noProof="0" dirty="0"/>
              <a:t>Analizador Semántico</a:t>
            </a:r>
          </a:p>
        </p:txBody>
      </p:sp>
      <p:sp>
        <p:nvSpPr>
          <p:cNvPr id="353" name="Google Shape;353;p34">
            <a:extLst>
              <a:ext uri="{FF2B5EF4-FFF2-40B4-BE49-F238E27FC236}">
                <a16:creationId xmlns:a16="http://schemas.microsoft.com/office/drawing/2014/main" id="{D1FD2D34-F546-01C2-ACFA-BE6DB521A8F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828194" y="909157"/>
            <a:ext cx="5012005" cy="1250093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noProof="0" dirty="0"/>
              <a:t>Para el presente trabajo de curso se realizará la generación de código intermedio y la previa conversión de expresiones en infijo a prefijo</a:t>
            </a:r>
          </a:p>
          <a:p>
            <a:pPr marL="0" indent="0" algn="just"/>
            <a:endParaRPr lang="es-ES" sz="1400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ES" sz="1400" noProof="0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ES" noProof="0" dirty="0"/>
          </a:p>
        </p:txBody>
      </p:sp>
      <p:grpSp>
        <p:nvGrpSpPr>
          <p:cNvPr id="355" name="Google Shape;355;p34">
            <a:extLst>
              <a:ext uri="{FF2B5EF4-FFF2-40B4-BE49-F238E27FC236}">
                <a16:creationId xmlns:a16="http://schemas.microsoft.com/office/drawing/2014/main" id="{742D4441-FF4A-7AD9-B751-395CE3CD1E09}"/>
              </a:ext>
            </a:extLst>
          </p:cNvPr>
          <p:cNvGrpSpPr/>
          <p:nvPr/>
        </p:nvGrpSpPr>
        <p:grpSpPr>
          <a:xfrm>
            <a:off x="335642" y="696438"/>
            <a:ext cx="2932044" cy="3907563"/>
            <a:chOff x="335642" y="696438"/>
            <a:chExt cx="2932044" cy="3907563"/>
          </a:xfrm>
        </p:grpSpPr>
        <p:sp>
          <p:nvSpPr>
            <p:cNvPr id="356" name="Google Shape;356;p34">
              <a:extLst>
                <a:ext uri="{FF2B5EF4-FFF2-40B4-BE49-F238E27FC236}">
                  <a16:creationId xmlns:a16="http://schemas.microsoft.com/office/drawing/2014/main" id="{1A5282DA-2202-A673-7268-80E460C6CBCA}"/>
                </a:ext>
              </a:extLst>
            </p:cNvPr>
            <p:cNvSpPr/>
            <p:nvPr/>
          </p:nvSpPr>
          <p:spPr>
            <a:xfrm>
              <a:off x="335642" y="70501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57" name="Google Shape;357;p34">
              <a:extLst>
                <a:ext uri="{FF2B5EF4-FFF2-40B4-BE49-F238E27FC236}">
                  <a16:creationId xmlns:a16="http://schemas.microsoft.com/office/drawing/2014/main" id="{88FC48B1-8AC9-A121-C6C7-78E51D6F8370}"/>
                </a:ext>
              </a:extLst>
            </p:cNvPr>
            <p:cNvSpPr/>
            <p:nvPr/>
          </p:nvSpPr>
          <p:spPr>
            <a:xfrm>
              <a:off x="821967" y="6964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58" name="Google Shape;358;p34">
              <a:extLst>
                <a:ext uri="{FF2B5EF4-FFF2-40B4-BE49-F238E27FC236}">
                  <a16:creationId xmlns:a16="http://schemas.microsoft.com/office/drawing/2014/main" id="{88AB44AF-5983-28C1-53E8-568EBFA5C29D}"/>
                </a:ext>
              </a:extLst>
            </p:cNvPr>
            <p:cNvSpPr/>
            <p:nvPr/>
          </p:nvSpPr>
          <p:spPr>
            <a:xfrm>
              <a:off x="335642" y="10172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59" name="Google Shape;359;p34">
              <a:extLst>
                <a:ext uri="{FF2B5EF4-FFF2-40B4-BE49-F238E27FC236}">
                  <a16:creationId xmlns:a16="http://schemas.microsoft.com/office/drawing/2014/main" id="{4BADC5D2-B3BF-46D7-3D8B-2EAD77B13C77}"/>
                </a:ext>
              </a:extLst>
            </p:cNvPr>
            <p:cNvSpPr/>
            <p:nvPr/>
          </p:nvSpPr>
          <p:spPr>
            <a:xfrm>
              <a:off x="335642" y="1343950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60" name="Google Shape;360;p34">
              <a:extLst>
                <a:ext uri="{FF2B5EF4-FFF2-40B4-BE49-F238E27FC236}">
                  <a16:creationId xmlns:a16="http://schemas.microsoft.com/office/drawing/2014/main" id="{EB95977B-DC83-B6E6-72BA-D33289EC394A}"/>
                </a:ext>
              </a:extLst>
            </p:cNvPr>
            <p:cNvSpPr/>
            <p:nvPr/>
          </p:nvSpPr>
          <p:spPr>
            <a:xfrm>
              <a:off x="335642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61" name="Google Shape;361;p34">
              <a:extLst>
                <a:ext uri="{FF2B5EF4-FFF2-40B4-BE49-F238E27FC236}">
                  <a16:creationId xmlns:a16="http://schemas.microsoft.com/office/drawing/2014/main" id="{A6F9305E-A945-1B43-B059-C3A2863C2ED5}"/>
                </a:ext>
              </a:extLst>
            </p:cNvPr>
            <p:cNvSpPr/>
            <p:nvPr/>
          </p:nvSpPr>
          <p:spPr>
            <a:xfrm>
              <a:off x="770496" y="1670688"/>
              <a:ext cx="45446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62" name="Google Shape;362;p34">
              <a:extLst>
                <a:ext uri="{FF2B5EF4-FFF2-40B4-BE49-F238E27FC236}">
                  <a16:creationId xmlns:a16="http://schemas.microsoft.com/office/drawing/2014/main" id="{38180492-E253-EE83-C8A5-09931B2F7E36}"/>
                </a:ext>
              </a:extLst>
            </p:cNvPr>
            <p:cNvSpPr/>
            <p:nvPr/>
          </p:nvSpPr>
          <p:spPr>
            <a:xfrm>
              <a:off x="1304877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63" name="Google Shape;363;p34">
              <a:extLst>
                <a:ext uri="{FF2B5EF4-FFF2-40B4-BE49-F238E27FC236}">
                  <a16:creationId xmlns:a16="http://schemas.microsoft.com/office/drawing/2014/main" id="{77D8D68A-0CB6-B9A5-3D2C-D486F6BF4DC8}"/>
                </a:ext>
              </a:extLst>
            </p:cNvPr>
            <p:cNvSpPr/>
            <p:nvPr/>
          </p:nvSpPr>
          <p:spPr>
            <a:xfrm>
              <a:off x="335642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64" name="Google Shape;364;p34">
              <a:extLst>
                <a:ext uri="{FF2B5EF4-FFF2-40B4-BE49-F238E27FC236}">
                  <a16:creationId xmlns:a16="http://schemas.microsoft.com/office/drawing/2014/main" id="{473C408E-3816-D4A0-EC4F-532EDBA45B34}"/>
                </a:ext>
              </a:extLst>
            </p:cNvPr>
            <p:cNvSpPr/>
            <p:nvPr/>
          </p:nvSpPr>
          <p:spPr>
            <a:xfrm>
              <a:off x="335642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65" name="Google Shape;365;p34">
              <a:extLst>
                <a:ext uri="{FF2B5EF4-FFF2-40B4-BE49-F238E27FC236}">
                  <a16:creationId xmlns:a16="http://schemas.microsoft.com/office/drawing/2014/main" id="{C4659A8A-E8C7-F40B-427F-DD3854C5BA54}"/>
                </a:ext>
              </a:extLst>
            </p:cNvPr>
            <p:cNvSpPr/>
            <p:nvPr/>
          </p:nvSpPr>
          <p:spPr>
            <a:xfrm>
              <a:off x="335642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66" name="Google Shape;366;p34">
              <a:extLst>
                <a:ext uri="{FF2B5EF4-FFF2-40B4-BE49-F238E27FC236}">
                  <a16:creationId xmlns:a16="http://schemas.microsoft.com/office/drawing/2014/main" id="{747EB813-8B83-653E-5913-6B1D79F250F5}"/>
                </a:ext>
              </a:extLst>
            </p:cNvPr>
            <p:cNvSpPr/>
            <p:nvPr/>
          </p:nvSpPr>
          <p:spPr>
            <a:xfrm>
              <a:off x="335642" y="29419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67" name="Google Shape;367;p34">
              <a:extLst>
                <a:ext uri="{FF2B5EF4-FFF2-40B4-BE49-F238E27FC236}">
                  <a16:creationId xmlns:a16="http://schemas.microsoft.com/office/drawing/2014/main" id="{B22AB527-681A-78BD-8FE9-6EFDE3F6F918}"/>
                </a:ext>
              </a:extLst>
            </p:cNvPr>
            <p:cNvSpPr/>
            <p:nvPr/>
          </p:nvSpPr>
          <p:spPr>
            <a:xfrm>
              <a:off x="349364" y="37229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68" name="Google Shape;368;p34">
              <a:extLst>
                <a:ext uri="{FF2B5EF4-FFF2-40B4-BE49-F238E27FC236}">
                  <a16:creationId xmlns:a16="http://schemas.microsoft.com/office/drawing/2014/main" id="{F2CD1093-3D63-B1C8-84DC-FA507E85989C}"/>
                </a:ext>
              </a:extLst>
            </p:cNvPr>
            <p:cNvSpPr/>
            <p:nvPr/>
          </p:nvSpPr>
          <p:spPr>
            <a:xfrm>
              <a:off x="770496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69" name="Google Shape;369;p34">
              <a:extLst>
                <a:ext uri="{FF2B5EF4-FFF2-40B4-BE49-F238E27FC236}">
                  <a16:creationId xmlns:a16="http://schemas.microsoft.com/office/drawing/2014/main" id="{D4513D49-D3AD-9518-3326-478E5A0AEF5F}"/>
                </a:ext>
              </a:extLst>
            </p:cNvPr>
            <p:cNvSpPr/>
            <p:nvPr/>
          </p:nvSpPr>
          <p:spPr>
            <a:xfrm>
              <a:off x="731557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70" name="Google Shape;370;p34">
              <a:extLst>
                <a:ext uri="{FF2B5EF4-FFF2-40B4-BE49-F238E27FC236}">
                  <a16:creationId xmlns:a16="http://schemas.microsoft.com/office/drawing/2014/main" id="{6A011CBD-4DC4-E9F8-E60A-33F7DF1A17EB}"/>
                </a:ext>
              </a:extLst>
            </p:cNvPr>
            <p:cNvSpPr/>
            <p:nvPr/>
          </p:nvSpPr>
          <p:spPr>
            <a:xfrm>
              <a:off x="770496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71" name="Google Shape;371;p34">
              <a:extLst>
                <a:ext uri="{FF2B5EF4-FFF2-40B4-BE49-F238E27FC236}">
                  <a16:creationId xmlns:a16="http://schemas.microsoft.com/office/drawing/2014/main" id="{923FA7A1-C998-9928-55FE-2C3CD19DEC93}"/>
                </a:ext>
              </a:extLst>
            </p:cNvPr>
            <p:cNvSpPr/>
            <p:nvPr/>
          </p:nvSpPr>
          <p:spPr>
            <a:xfrm>
              <a:off x="770496" y="2958925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72" name="Google Shape;372;p34">
              <a:extLst>
                <a:ext uri="{FF2B5EF4-FFF2-40B4-BE49-F238E27FC236}">
                  <a16:creationId xmlns:a16="http://schemas.microsoft.com/office/drawing/2014/main" id="{517521D0-5B03-E20C-F111-7FD76D9E5974}"/>
                </a:ext>
              </a:extLst>
            </p:cNvPr>
            <p:cNvSpPr/>
            <p:nvPr/>
          </p:nvSpPr>
          <p:spPr>
            <a:xfrm>
              <a:off x="770496" y="32848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73" name="Google Shape;373;p34">
              <a:extLst>
                <a:ext uri="{FF2B5EF4-FFF2-40B4-BE49-F238E27FC236}">
                  <a16:creationId xmlns:a16="http://schemas.microsoft.com/office/drawing/2014/main" id="{B8949AC8-948D-9F30-65BF-BFEA80DCE160}"/>
                </a:ext>
              </a:extLst>
            </p:cNvPr>
            <p:cNvSpPr/>
            <p:nvPr/>
          </p:nvSpPr>
          <p:spPr>
            <a:xfrm>
              <a:off x="1174186" y="1981263"/>
              <a:ext cx="63339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74" name="Google Shape;374;p34">
              <a:extLst>
                <a:ext uri="{FF2B5EF4-FFF2-40B4-BE49-F238E27FC236}">
                  <a16:creationId xmlns:a16="http://schemas.microsoft.com/office/drawing/2014/main" id="{35439145-7FFF-A85E-28C6-27473DDF7688}"/>
                </a:ext>
              </a:extLst>
            </p:cNvPr>
            <p:cNvSpPr/>
            <p:nvPr/>
          </p:nvSpPr>
          <p:spPr>
            <a:xfrm>
              <a:off x="1174186" y="2324113"/>
              <a:ext cx="88477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75" name="Google Shape;375;p34">
              <a:extLst>
                <a:ext uri="{FF2B5EF4-FFF2-40B4-BE49-F238E27FC236}">
                  <a16:creationId xmlns:a16="http://schemas.microsoft.com/office/drawing/2014/main" id="{F4BECDEA-69E9-4FD6-E19C-0BDA350F2476}"/>
                </a:ext>
              </a:extLst>
            </p:cNvPr>
            <p:cNvSpPr/>
            <p:nvPr/>
          </p:nvSpPr>
          <p:spPr>
            <a:xfrm>
              <a:off x="1205349" y="26330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76" name="Google Shape;376;p34">
              <a:extLst>
                <a:ext uri="{FF2B5EF4-FFF2-40B4-BE49-F238E27FC236}">
                  <a16:creationId xmlns:a16="http://schemas.microsoft.com/office/drawing/2014/main" id="{13AA1414-59DD-2389-B7B4-70DDFC0173BA}"/>
                </a:ext>
              </a:extLst>
            </p:cNvPr>
            <p:cNvSpPr/>
            <p:nvPr/>
          </p:nvSpPr>
          <p:spPr>
            <a:xfrm>
              <a:off x="1205349" y="29775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77" name="Google Shape;377;p34">
              <a:extLst>
                <a:ext uri="{FF2B5EF4-FFF2-40B4-BE49-F238E27FC236}">
                  <a16:creationId xmlns:a16="http://schemas.microsoft.com/office/drawing/2014/main" id="{CE1984F7-C80D-84C0-156B-6B31BDE33D7F}"/>
                </a:ext>
              </a:extLst>
            </p:cNvPr>
            <p:cNvSpPr/>
            <p:nvPr/>
          </p:nvSpPr>
          <p:spPr>
            <a:xfrm>
              <a:off x="1205349" y="3284813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78" name="Google Shape;378;p34">
              <a:extLst>
                <a:ext uri="{FF2B5EF4-FFF2-40B4-BE49-F238E27FC236}">
                  <a16:creationId xmlns:a16="http://schemas.microsoft.com/office/drawing/2014/main" id="{A9AC19FB-5C15-F450-E46D-5C6C4D0A3CF6}"/>
                </a:ext>
              </a:extLst>
            </p:cNvPr>
            <p:cNvSpPr/>
            <p:nvPr/>
          </p:nvSpPr>
          <p:spPr>
            <a:xfrm>
              <a:off x="1883777" y="1981263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79" name="Google Shape;379;p34">
              <a:extLst>
                <a:ext uri="{FF2B5EF4-FFF2-40B4-BE49-F238E27FC236}">
                  <a16:creationId xmlns:a16="http://schemas.microsoft.com/office/drawing/2014/main" id="{86ED0FCF-5964-F5CC-AB29-0411EF2A4903}"/>
                </a:ext>
              </a:extLst>
            </p:cNvPr>
            <p:cNvSpPr/>
            <p:nvPr/>
          </p:nvSpPr>
          <p:spPr>
            <a:xfrm>
              <a:off x="2174096" y="2307150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80" name="Google Shape;380;p34">
              <a:extLst>
                <a:ext uri="{FF2B5EF4-FFF2-40B4-BE49-F238E27FC236}">
                  <a16:creationId xmlns:a16="http://schemas.microsoft.com/office/drawing/2014/main" id="{7F88CD82-9AF7-810C-16E5-17AF45B645E3}"/>
                </a:ext>
              </a:extLst>
            </p:cNvPr>
            <p:cNvSpPr/>
            <p:nvPr/>
          </p:nvSpPr>
          <p:spPr>
            <a:xfrm>
              <a:off x="2342750" y="26330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81" name="Google Shape;381;p34">
              <a:extLst>
                <a:ext uri="{FF2B5EF4-FFF2-40B4-BE49-F238E27FC236}">
                  <a16:creationId xmlns:a16="http://schemas.microsoft.com/office/drawing/2014/main" id="{DD22BC4E-3775-C53A-5B6C-ED68F6247373}"/>
                </a:ext>
              </a:extLst>
            </p:cNvPr>
            <p:cNvSpPr/>
            <p:nvPr/>
          </p:nvSpPr>
          <p:spPr>
            <a:xfrm>
              <a:off x="2342750" y="32848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82" name="Google Shape;382;p34">
              <a:extLst>
                <a:ext uri="{FF2B5EF4-FFF2-40B4-BE49-F238E27FC236}">
                  <a16:creationId xmlns:a16="http://schemas.microsoft.com/office/drawing/2014/main" id="{3BAF50E5-C252-FFB0-341B-7D74933B5D03}"/>
                </a:ext>
              </a:extLst>
            </p:cNvPr>
            <p:cNvSpPr/>
            <p:nvPr/>
          </p:nvSpPr>
          <p:spPr>
            <a:xfrm>
              <a:off x="349364" y="39620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83" name="Google Shape;383;p34">
              <a:extLst>
                <a:ext uri="{FF2B5EF4-FFF2-40B4-BE49-F238E27FC236}">
                  <a16:creationId xmlns:a16="http://schemas.microsoft.com/office/drawing/2014/main" id="{E9AB045A-7282-5D60-005E-AD4A6B4CFF5D}"/>
                </a:ext>
              </a:extLst>
            </p:cNvPr>
            <p:cNvSpPr/>
            <p:nvPr/>
          </p:nvSpPr>
          <p:spPr>
            <a:xfrm>
              <a:off x="731557" y="42455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84" name="Google Shape;384;p34">
              <a:extLst>
                <a:ext uri="{FF2B5EF4-FFF2-40B4-BE49-F238E27FC236}">
                  <a16:creationId xmlns:a16="http://schemas.microsoft.com/office/drawing/2014/main" id="{7948D044-9466-9015-7903-1146D63CF390}"/>
                </a:ext>
              </a:extLst>
            </p:cNvPr>
            <p:cNvSpPr/>
            <p:nvPr/>
          </p:nvSpPr>
          <p:spPr>
            <a:xfrm>
              <a:off x="1224956" y="4245513"/>
              <a:ext cx="52434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85" name="Google Shape;385;p34">
              <a:extLst>
                <a:ext uri="{FF2B5EF4-FFF2-40B4-BE49-F238E27FC236}">
                  <a16:creationId xmlns:a16="http://schemas.microsoft.com/office/drawing/2014/main" id="{51AA8826-1954-DC5B-250F-B0AB0707EE88}"/>
                </a:ext>
              </a:extLst>
            </p:cNvPr>
            <p:cNvSpPr/>
            <p:nvPr/>
          </p:nvSpPr>
          <p:spPr>
            <a:xfrm>
              <a:off x="1883777" y="4245513"/>
              <a:ext cx="661931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86" name="Google Shape;386;p34">
              <a:extLst>
                <a:ext uri="{FF2B5EF4-FFF2-40B4-BE49-F238E27FC236}">
                  <a16:creationId xmlns:a16="http://schemas.microsoft.com/office/drawing/2014/main" id="{36D0E193-C805-E8E1-3949-16831869B5A9}"/>
                </a:ext>
              </a:extLst>
            </p:cNvPr>
            <p:cNvSpPr/>
            <p:nvPr/>
          </p:nvSpPr>
          <p:spPr>
            <a:xfrm>
              <a:off x="2634075" y="4245513"/>
              <a:ext cx="241501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87" name="Google Shape;387;p34">
              <a:extLst>
                <a:ext uri="{FF2B5EF4-FFF2-40B4-BE49-F238E27FC236}">
                  <a16:creationId xmlns:a16="http://schemas.microsoft.com/office/drawing/2014/main" id="{DD7071F8-BDAB-1CDE-CF5B-4401F4477A91}"/>
                </a:ext>
              </a:extLst>
            </p:cNvPr>
            <p:cNvSpPr/>
            <p:nvPr/>
          </p:nvSpPr>
          <p:spPr>
            <a:xfrm>
              <a:off x="731557" y="4454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88" name="Google Shape;388;p34">
              <a:extLst>
                <a:ext uri="{FF2B5EF4-FFF2-40B4-BE49-F238E27FC236}">
                  <a16:creationId xmlns:a16="http://schemas.microsoft.com/office/drawing/2014/main" id="{7539CCD8-C3DD-775D-E78A-30D781A5B25A}"/>
                </a:ext>
              </a:extLst>
            </p:cNvPr>
            <p:cNvSpPr/>
            <p:nvPr/>
          </p:nvSpPr>
          <p:spPr>
            <a:xfrm>
              <a:off x="1224956" y="4454038"/>
              <a:ext cx="83390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89" name="Google Shape;389;p34">
              <a:extLst>
                <a:ext uri="{FF2B5EF4-FFF2-40B4-BE49-F238E27FC236}">
                  <a16:creationId xmlns:a16="http://schemas.microsoft.com/office/drawing/2014/main" id="{180BEAFF-57A3-F224-0517-E4F8BC73180F}"/>
                </a:ext>
              </a:extLst>
            </p:cNvPr>
            <p:cNvSpPr/>
            <p:nvPr/>
          </p:nvSpPr>
          <p:spPr>
            <a:xfrm>
              <a:off x="2169156" y="44540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90" name="Google Shape;390;p34">
              <a:extLst>
                <a:ext uri="{FF2B5EF4-FFF2-40B4-BE49-F238E27FC236}">
                  <a16:creationId xmlns:a16="http://schemas.microsoft.com/office/drawing/2014/main" id="{BD8E98CA-848D-52DA-6AB7-7C16DD0EB3AE}"/>
                </a:ext>
              </a:extLst>
            </p:cNvPr>
            <p:cNvSpPr/>
            <p:nvPr/>
          </p:nvSpPr>
          <p:spPr>
            <a:xfrm>
              <a:off x="1250486" y="7083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91" name="Google Shape;391;p34">
              <a:extLst>
                <a:ext uri="{FF2B5EF4-FFF2-40B4-BE49-F238E27FC236}">
                  <a16:creationId xmlns:a16="http://schemas.microsoft.com/office/drawing/2014/main" id="{FDE70360-7244-73B7-F845-7179B004CD45}"/>
                </a:ext>
              </a:extLst>
            </p:cNvPr>
            <p:cNvSpPr/>
            <p:nvPr/>
          </p:nvSpPr>
          <p:spPr>
            <a:xfrm>
              <a:off x="821986" y="10172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92" name="Google Shape;392;p34">
              <a:extLst>
                <a:ext uri="{FF2B5EF4-FFF2-40B4-BE49-F238E27FC236}">
                  <a16:creationId xmlns:a16="http://schemas.microsoft.com/office/drawing/2014/main" id="{CEF20B48-DD30-623D-695B-DD250821DD60}"/>
                </a:ext>
              </a:extLst>
            </p:cNvPr>
            <p:cNvSpPr/>
            <p:nvPr/>
          </p:nvSpPr>
          <p:spPr>
            <a:xfrm>
              <a:off x="1555286" y="10131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93" name="Google Shape;393;p34">
              <a:extLst>
                <a:ext uri="{FF2B5EF4-FFF2-40B4-BE49-F238E27FC236}">
                  <a16:creationId xmlns:a16="http://schemas.microsoft.com/office/drawing/2014/main" id="{B7686E9D-8586-6306-5EC1-E17EBEE14857}"/>
                </a:ext>
              </a:extLst>
            </p:cNvPr>
            <p:cNvSpPr/>
            <p:nvPr/>
          </p:nvSpPr>
          <p:spPr>
            <a:xfrm>
              <a:off x="821979" y="134398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94" name="Google Shape;394;p34">
              <a:extLst>
                <a:ext uri="{FF2B5EF4-FFF2-40B4-BE49-F238E27FC236}">
                  <a16:creationId xmlns:a16="http://schemas.microsoft.com/office/drawing/2014/main" id="{EAB7ADF9-1833-1E8F-5BC2-4746E7CA9B47}"/>
                </a:ext>
              </a:extLst>
            </p:cNvPr>
            <p:cNvSpPr/>
            <p:nvPr/>
          </p:nvSpPr>
          <p:spPr>
            <a:xfrm>
              <a:off x="1739729" y="1668625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95" name="Google Shape;395;p34">
              <a:extLst>
                <a:ext uri="{FF2B5EF4-FFF2-40B4-BE49-F238E27FC236}">
                  <a16:creationId xmlns:a16="http://schemas.microsoft.com/office/drawing/2014/main" id="{98785490-E3C2-4E7E-1E45-308DEFC4A111}"/>
                </a:ext>
              </a:extLst>
            </p:cNvPr>
            <p:cNvSpPr/>
            <p:nvPr/>
          </p:nvSpPr>
          <p:spPr>
            <a:xfrm>
              <a:off x="2342754" y="297753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96" name="Google Shape;396;p34">
              <a:extLst>
                <a:ext uri="{FF2B5EF4-FFF2-40B4-BE49-F238E27FC236}">
                  <a16:creationId xmlns:a16="http://schemas.microsoft.com/office/drawing/2014/main" id="{0120A35B-69DA-71C7-DD57-842DAC3F3F0C}"/>
                </a:ext>
              </a:extLst>
            </p:cNvPr>
            <p:cNvSpPr/>
            <p:nvPr/>
          </p:nvSpPr>
          <p:spPr>
            <a:xfrm>
              <a:off x="2537025" y="19812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97" name="Google Shape;397;p34">
              <a:extLst>
                <a:ext uri="{FF2B5EF4-FFF2-40B4-BE49-F238E27FC236}">
                  <a16:creationId xmlns:a16="http://schemas.microsoft.com/office/drawing/2014/main" id="{9E5E9872-05FA-048F-8F17-A10A3A39E58C}"/>
                </a:ext>
              </a:extLst>
            </p:cNvPr>
            <p:cNvSpPr/>
            <p:nvPr/>
          </p:nvSpPr>
          <p:spPr>
            <a:xfrm>
              <a:off x="2805050" y="263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98" name="Google Shape;398;p34">
              <a:extLst>
                <a:ext uri="{FF2B5EF4-FFF2-40B4-BE49-F238E27FC236}">
                  <a16:creationId xmlns:a16="http://schemas.microsoft.com/office/drawing/2014/main" id="{6433E84A-A79A-46CA-DAEC-CF4F764B4203}"/>
                </a:ext>
              </a:extLst>
            </p:cNvPr>
            <p:cNvSpPr/>
            <p:nvPr/>
          </p:nvSpPr>
          <p:spPr>
            <a:xfrm>
              <a:off x="2634386" y="44561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99" name="Google Shape;399;p34">
              <a:extLst>
                <a:ext uri="{FF2B5EF4-FFF2-40B4-BE49-F238E27FC236}">
                  <a16:creationId xmlns:a16="http://schemas.microsoft.com/office/drawing/2014/main" id="{35F7F4B5-593D-EA8D-5513-DB0F71D1E4F4}"/>
                </a:ext>
              </a:extLst>
            </p:cNvPr>
            <p:cNvSpPr/>
            <p:nvPr/>
          </p:nvSpPr>
          <p:spPr>
            <a:xfrm>
              <a:off x="770511" y="39365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00" name="Google Shape;400;p34">
              <a:extLst>
                <a:ext uri="{FF2B5EF4-FFF2-40B4-BE49-F238E27FC236}">
                  <a16:creationId xmlns:a16="http://schemas.microsoft.com/office/drawing/2014/main" id="{215EFA98-211C-5B84-6283-CB78C664EA6A}"/>
                </a:ext>
              </a:extLst>
            </p:cNvPr>
            <p:cNvSpPr/>
            <p:nvPr/>
          </p:nvSpPr>
          <p:spPr>
            <a:xfrm>
              <a:off x="770511" y="37064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</p:grpSp>
      <p:sp>
        <p:nvSpPr>
          <p:cNvPr id="401" name="Google Shape;401;p34">
            <a:extLst>
              <a:ext uri="{FF2B5EF4-FFF2-40B4-BE49-F238E27FC236}">
                <a16:creationId xmlns:a16="http://schemas.microsoft.com/office/drawing/2014/main" id="{1403DE58-F03B-2A8A-0448-7D1B76D74B44}"/>
              </a:ext>
            </a:extLst>
          </p:cNvPr>
          <p:cNvSpPr txBox="1"/>
          <p:nvPr/>
        </p:nvSpPr>
        <p:spPr>
          <a:xfrm>
            <a:off x="8792197" y="4162792"/>
            <a:ext cx="519300" cy="87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5000" noProof="0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</a:p>
        </p:txBody>
      </p:sp>
      <p:sp>
        <p:nvSpPr>
          <p:cNvPr id="4" name="Google Shape;353;p34">
            <a:extLst>
              <a:ext uri="{FF2B5EF4-FFF2-40B4-BE49-F238E27FC236}">
                <a16:creationId xmlns:a16="http://schemas.microsoft.com/office/drawing/2014/main" id="{62C3FB68-EEF4-F19A-C800-EDA3F4BB4575}"/>
              </a:ext>
            </a:extLst>
          </p:cNvPr>
          <p:cNvSpPr txBox="1">
            <a:spLocks/>
          </p:cNvSpPr>
          <p:nvPr/>
        </p:nvSpPr>
        <p:spPr>
          <a:xfrm>
            <a:off x="3780192" y="2409680"/>
            <a:ext cx="5012005" cy="109849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6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indent="0" algn="just"/>
            <a:r>
              <a:rPr lang="es-ES" sz="1400" dirty="0">
                <a:solidFill>
                  <a:schemeClr val="tx1"/>
                </a:solidFill>
              </a:rPr>
              <a:t>Infija: Los operadores están en medio de operandos</a:t>
            </a:r>
          </a:p>
          <a:p>
            <a:pPr marL="0" indent="0" algn="just"/>
            <a:r>
              <a:rPr lang="es-ES" sz="1400" dirty="0">
                <a:solidFill>
                  <a:schemeClr val="tx1"/>
                </a:solidFill>
              </a:rPr>
              <a:t>Prefija: Los operadores están antes de los operandos</a:t>
            </a:r>
          </a:p>
          <a:p>
            <a:pPr marL="0" indent="0" algn="just"/>
            <a:endParaRPr lang="es-ES" dirty="0"/>
          </a:p>
        </p:txBody>
      </p:sp>
      <p:pic>
        <p:nvPicPr>
          <p:cNvPr id="9" name="Imagen 8" descr="Tabla&#10;&#10;El contenido generado por IA puede ser incorrecto.">
            <a:extLst>
              <a:ext uri="{FF2B5EF4-FFF2-40B4-BE49-F238E27FC236}">
                <a16:creationId xmlns:a16="http://schemas.microsoft.com/office/drawing/2014/main" id="{13FDF598-3168-2F1C-634E-A019C2689A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3348" y="3682455"/>
            <a:ext cx="3982006" cy="1228896"/>
          </a:xfrm>
          <a:prstGeom prst="rect">
            <a:avLst/>
          </a:prstGeom>
        </p:spPr>
      </p:pic>
      <p:sp>
        <p:nvSpPr>
          <p:cNvPr id="2" name="Google Shape;431;p36">
            <a:extLst>
              <a:ext uri="{FF2B5EF4-FFF2-40B4-BE49-F238E27FC236}">
                <a16:creationId xmlns:a16="http://schemas.microsoft.com/office/drawing/2014/main" id="{FA84DDC8-D0C9-BCE3-65E5-B111BF4F335F}"/>
              </a:ext>
            </a:extLst>
          </p:cNvPr>
          <p:cNvSpPr txBox="1">
            <a:spLocks/>
          </p:cNvSpPr>
          <p:nvPr/>
        </p:nvSpPr>
        <p:spPr>
          <a:xfrm>
            <a:off x="513108" y="176103"/>
            <a:ext cx="77040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lvl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255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s-ES" dirty="0"/>
              <a:t>Fundamento Teórico</a:t>
            </a:r>
            <a:endParaRPr lang="es-ES" dirty="0">
              <a:solidFill>
                <a:schemeClr val="l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2051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1">
          <a:extLst>
            <a:ext uri="{FF2B5EF4-FFF2-40B4-BE49-F238E27FC236}">
              <a16:creationId xmlns:a16="http://schemas.microsoft.com/office/drawing/2014/main" id="{563E116A-F361-1278-53DF-81EEFB3C6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46">
            <a:extLst>
              <a:ext uri="{FF2B5EF4-FFF2-40B4-BE49-F238E27FC236}">
                <a16:creationId xmlns:a16="http://schemas.microsoft.com/office/drawing/2014/main" id="{3FF72EBF-86C4-AB8A-E4FA-609176EAF7E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802612" y="1231462"/>
            <a:ext cx="7189075" cy="178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/>
              <a:t>Se tomará en cuenta todo lo aprendido en la materia de Diseño de Compiladores, implementando los algoritmos enseñados en clases para cada fase del compilador a realizar. El lenguaje de programación para realizar el compilador será en C++.</a:t>
            </a:r>
            <a:endParaRPr lang="es-ES" sz="1800" noProof="0" dirty="0"/>
          </a:p>
        </p:txBody>
      </p:sp>
      <p:grpSp>
        <p:nvGrpSpPr>
          <p:cNvPr id="804" name="Google Shape;804;p46">
            <a:extLst>
              <a:ext uri="{FF2B5EF4-FFF2-40B4-BE49-F238E27FC236}">
                <a16:creationId xmlns:a16="http://schemas.microsoft.com/office/drawing/2014/main" id="{ED1D5211-BB32-D918-EEE4-FF9DE3D50C1B}"/>
              </a:ext>
            </a:extLst>
          </p:cNvPr>
          <p:cNvGrpSpPr/>
          <p:nvPr/>
        </p:nvGrpSpPr>
        <p:grpSpPr>
          <a:xfrm>
            <a:off x="358925" y="1867675"/>
            <a:ext cx="2142175" cy="2736325"/>
            <a:chOff x="358925" y="1867675"/>
            <a:chExt cx="2142175" cy="2736325"/>
          </a:xfrm>
        </p:grpSpPr>
        <p:sp>
          <p:nvSpPr>
            <p:cNvPr id="805" name="Google Shape;805;p46">
              <a:extLst>
                <a:ext uri="{FF2B5EF4-FFF2-40B4-BE49-F238E27FC236}">
                  <a16:creationId xmlns:a16="http://schemas.microsoft.com/office/drawing/2014/main" id="{579D0032-4656-BFF9-E9BE-C6D9BFDF6FE6}"/>
                </a:ext>
              </a:extLst>
            </p:cNvPr>
            <p:cNvSpPr/>
            <p:nvPr/>
          </p:nvSpPr>
          <p:spPr>
            <a:xfrm>
              <a:off x="358925" y="1876250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806" name="Google Shape;806;p46">
              <a:extLst>
                <a:ext uri="{FF2B5EF4-FFF2-40B4-BE49-F238E27FC236}">
                  <a16:creationId xmlns:a16="http://schemas.microsoft.com/office/drawing/2014/main" id="{1D3D1D75-A039-64E6-4C63-3BBFD2E15AB9}"/>
                </a:ext>
              </a:extLst>
            </p:cNvPr>
            <p:cNvSpPr/>
            <p:nvPr/>
          </p:nvSpPr>
          <p:spPr>
            <a:xfrm>
              <a:off x="757650" y="186767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807" name="Google Shape;807;p46">
              <a:extLst>
                <a:ext uri="{FF2B5EF4-FFF2-40B4-BE49-F238E27FC236}">
                  <a16:creationId xmlns:a16="http://schemas.microsoft.com/office/drawing/2014/main" id="{C699BFE0-DC1E-FEAA-694D-D9034B265BEC}"/>
                </a:ext>
              </a:extLst>
            </p:cNvPr>
            <p:cNvSpPr/>
            <p:nvPr/>
          </p:nvSpPr>
          <p:spPr>
            <a:xfrm>
              <a:off x="358925" y="218847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808" name="Google Shape;808;p46">
              <a:extLst>
                <a:ext uri="{FF2B5EF4-FFF2-40B4-BE49-F238E27FC236}">
                  <a16:creationId xmlns:a16="http://schemas.microsoft.com/office/drawing/2014/main" id="{AF32C6C6-F6BE-1D98-DEF4-3B47288C6018}"/>
                </a:ext>
              </a:extLst>
            </p:cNvPr>
            <p:cNvSpPr/>
            <p:nvPr/>
          </p:nvSpPr>
          <p:spPr>
            <a:xfrm>
              <a:off x="358925" y="2515188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809" name="Google Shape;809;p46">
              <a:extLst>
                <a:ext uri="{FF2B5EF4-FFF2-40B4-BE49-F238E27FC236}">
                  <a16:creationId xmlns:a16="http://schemas.microsoft.com/office/drawing/2014/main" id="{ABCE57F3-3EDC-2263-0C94-8753AE08FC29}"/>
                </a:ext>
              </a:extLst>
            </p:cNvPr>
            <p:cNvSpPr/>
            <p:nvPr/>
          </p:nvSpPr>
          <p:spPr>
            <a:xfrm>
              <a:off x="358925" y="284192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810" name="Google Shape;810;p46">
              <a:extLst>
                <a:ext uri="{FF2B5EF4-FFF2-40B4-BE49-F238E27FC236}">
                  <a16:creationId xmlns:a16="http://schemas.microsoft.com/office/drawing/2014/main" id="{A8E82795-2876-398C-EF68-EAC1B3916A93}"/>
                </a:ext>
              </a:extLst>
            </p:cNvPr>
            <p:cNvSpPr/>
            <p:nvPr/>
          </p:nvSpPr>
          <p:spPr>
            <a:xfrm>
              <a:off x="709062" y="2841925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811" name="Google Shape;811;p46">
              <a:extLst>
                <a:ext uri="{FF2B5EF4-FFF2-40B4-BE49-F238E27FC236}">
                  <a16:creationId xmlns:a16="http://schemas.microsoft.com/office/drawing/2014/main" id="{BEB31BAD-2F4A-83CA-60A2-E4C80C7313C8}"/>
                </a:ext>
              </a:extLst>
            </p:cNvPr>
            <p:cNvSpPr/>
            <p:nvPr/>
          </p:nvSpPr>
          <p:spPr>
            <a:xfrm>
              <a:off x="1059518" y="2841925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812" name="Google Shape;812;p46">
              <a:extLst>
                <a:ext uri="{FF2B5EF4-FFF2-40B4-BE49-F238E27FC236}">
                  <a16:creationId xmlns:a16="http://schemas.microsoft.com/office/drawing/2014/main" id="{C21FE8FC-58DF-E68B-7D89-68D6A522CC13}"/>
                </a:ext>
              </a:extLst>
            </p:cNvPr>
            <p:cNvSpPr/>
            <p:nvPr/>
          </p:nvSpPr>
          <p:spPr>
            <a:xfrm>
              <a:off x="358925" y="315250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813" name="Google Shape;813;p46">
              <a:extLst>
                <a:ext uri="{FF2B5EF4-FFF2-40B4-BE49-F238E27FC236}">
                  <a16:creationId xmlns:a16="http://schemas.microsoft.com/office/drawing/2014/main" id="{79533399-BA7F-17D1-7D5A-732F48671552}"/>
                </a:ext>
              </a:extLst>
            </p:cNvPr>
            <p:cNvSpPr/>
            <p:nvPr/>
          </p:nvSpPr>
          <p:spPr>
            <a:xfrm>
              <a:off x="358925" y="349535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814" name="Google Shape;814;p46">
              <a:extLst>
                <a:ext uri="{FF2B5EF4-FFF2-40B4-BE49-F238E27FC236}">
                  <a16:creationId xmlns:a16="http://schemas.microsoft.com/office/drawing/2014/main" id="{F48AAE84-32AA-93C9-F0B0-4627094D42E1}"/>
                </a:ext>
              </a:extLst>
            </p:cNvPr>
            <p:cNvSpPr/>
            <p:nvPr/>
          </p:nvSpPr>
          <p:spPr>
            <a:xfrm>
              <a:off x="358925" y="3804275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815" name="Google Shape;815;p46">
              <a:extLst>
                <a:ext uri="{FF2B5EF4-FFF2-40B4-BE49-F238E27FC236}">
                  <a16:creationId xmlns:a16="http://schemas.microsoft.com/office/drawing/2014/main" id="{E558D250-3B5C-7003-2B56-DADDC1FAE640}"/>
                </a:ext>
              </a:extLst>
            </p:cNvPr>
            <p:cNvSpPr/>
            <p:nvPr/>
          </p:nvSpPr>
          <p:spPr>
            <a:xfrm>
              <a:off x="358925" y="411320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816" name="Google Shape;816;p46">
              <a:extLst>
                <a:ext uri="{FF2B5EF4-FFF2-40B4-BE49-F238E27FC236}">
                  <a16:creationId xmlns:a16="http://schemas.microsoft.com/office/drawing/2014/main" id="{9F839FA4-3A2A-B534-75D9-93111A43FBD5}"/>
                </a:ext>
              </a:extLst>
            </p:cNvPr>
            <p:cNvSpPr/>
            <p:nvPr/>
          </p:nvSpPr>
          <p:spPr>
            <a:xfrm>
              <a:off x="709062" y="315250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817" name="Google Shape;817;p46">
              <a:extLst>
                <a:ext uri="{FF2B5EF4-FFF2-40B4-BE49-F238E27FC236}">
                  <a16:creationId xmlns:a16="http://schemas.microsoft.com/office/drawing/2014/main" id="{4230D632-EEB3-6004-A6E4-22AFAF26CCD7}"/>
                </a:ext>
              </a:extLst>
            </p:cNvPr>
            <p:cNvSpPr/>
            <p:nvPr/>
          </p:nvSpPr>
          <p:spPr>
            <a:xfrm>
              <a:off x="683525" y="349535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818" name="Google Shape;818;p46">
              <a:extLst>
                <a:ext uri="{FF2B5EF4-FFF2-40B4-BE49-F238E27FC236}">
                  <a16:creationId xmlns:a16="http://schemas.microsoft.com/office/drawing/2014/main" id="{9981EC09-763F-04F2-8B0A-787E72C4AA08}"/>
                </a:ext>
              </a:extLst>
            </p:cNvPr>
            <p:cNvSpPr/>
            <p:nvPr/>
          </p:nvSpPr>
          <p:spPr>
            <a:xfrm>
              <a:off x="709062" y="3804275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819" name="Google Shape;819;p46">
              <a:extLst>
                <a:ext uri="{FF2B5EF4-FFF2-40B4-BE49-F238E27FC236}">
                  <a16:creationId xmlns:a16="http://schemas.microsoft.com/office/drawing/2014/main" id="{FE41474D-3E2E-486F-BE29-C509E4A7C646}"/>
                </a:ext>
              </a:extLst>
            </p:cNvPr>
            <p:cNvSpPr/>
            <p:nvPr/>
          </p:nvSpPr>
          <p:spPr>
            <a:xfrm>
              <a:off x="709062" y="4130163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820" name="Google Shape;820;p46">
              <a:extLst>
                <a:ext uri="{FF2B5EF4-FFF2-40B4-BE49-F238E27FC236}">
                  <a16:creationId xmlns:a16="http://schemas.microsoft.com/office/drawing/2014/main" id="{07294EC8-18D5-A307-29FE-83E2E1B1AD75}"/>
                </a:ext>
              </a:extLst>
            </p:cNvPr>
            <p:cNvSpPr/>
            <p:nvPr/>
          </p:nvSpPr>
          <p:spPr>
            <a:xfrm>
              <a:off x="709062" y="445605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821" name="Google Shape;821;p46">
              <a:extLst>
                <a:ext uri="{FF2B5EF4-FFF2-40B4-BE49-F238E27FC236}">
                  <a16:creationId xmlns:a16="http://schemas.microsoft.com/office/drawing/2014/main" id="{38DDFA71-69FC-4EF1-D854-E5D5167A1571}"/>
                </a:ext>
              </a:extLst>
            </p:cNvPr>
            <p:cNvSpPr/>
            <p:nvPr/>
          </p:nvSpPr>
          <p:spPr>
            <a:xfrm>
              <a:off x="973809" y="3152500"/>
              <a:ext cx="4155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822" name="Google Shape;822;p46">
              <a:extLst>
                <a:ext uri="{FF2B5EF4-FFF2-40B4-BE49-F238E27FC236}">
                  <a16:creationId xmlns:a16="http://schemas.microsoft.com/office/drawing/2014/main" id="{80E4D6EA-FB18-9116-3938-3DC13D545B2D}"/>
                </a:ext>
              </a:extLst>
            </p:cNvPr>
            <p:cNvSpPr/>
            <p:nvPr/>
          </p:nvSpPr>
          <p:spPr>
            <a:xfrm>
              <a:off x="973809" y="3495350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823" name="Google Shape;823;p46">
              <a:extLst>
                <a:ext uri="{FF2B5EF4-FFF2-40B4-BE49-F238E27FC236}">
                  <a16:creationId xmlns:a16="http://schemas.microsoft.com/office/drawing/2014/main" id="{43A8D1DE-AEB4-CC46-6836-84B0FC6D3B68}"/>
                </a:ext>
              </a:extLst>
            </p:cNvPr>
            <p:cNvSpPr/>
            <p:nvPr/>
          </p:nvSpPr>
          <p:spPr>
            <a:xfrm>
              <a:off x="994246" y="3804275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824" name="Google Shape;824;p46">
              <a:extLst>
                <a:ext uri="{FF2B5EF4-FFF2-40B4-BE49-F238E27FC236}">
                  <a16:creationId xmlns:a16="http://schemas.microsoft.com/office/drawing/2014/main" id="{E8145B56-E645-5BEA-1779-F130BCBFA2A6}"/>
                </a:ext>
              </a:extLst>
            </p:cNvPr>
            <p:cNvSpPr/>
            <p:nvPr/>
          </p:nvSpPr>
          <p:spPr>
            <a:xfrm>
              <a:off x="994246" y="4148775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825" name="Google Shape;825;p46">
              <a:extLst>
                <a:ext uri="{FF2B5EF4-FFF2-40B4-BE49-F238E27FC236}">
                  <a16:creationId xmlns:a16="http://schemas.microsoft.com/office/drawing/2014/main" id="{013C862E-1FCE-1EC5-6CE1-51A448D72694}"/>
                </a:ext>
              </a:extLst>
            </p:cNvPr>
            <p:cNvSpPr/>
            <p:nvPr/>
          </p:nvSpPr>
          <p:spPr>
            <a:xfrm>
              <a:off x="994246" y="4456050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826" name="Google Shape;826;p46">
              <a:extLst>
                <a:ext uri="{FF2B5EF4-FFF2-40B4-BE49-F238E27FC236}">
                  <a16:creationId xmlns:a16="http://schemas.microsoft.com/office/drawing/2014/main" id="{19E8308D-A08C-3BD2-D999-DCCC86FCD6E0}"/>
                </a:ext>
              </a:extLst>
            </p:cNvPr>
            <p:cNvSpPr/>
            <p:nvPr/>
          </p:nvSpPr>
          <p:spPr>
            <a:xfrm>
              <a:off x="1439171" y="3152500"/>
              <a:ext cx="3783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827" name="Google Shape;827;p46">
              <a:extLst>
                <a:ext uri="{FF2B5EF4-FFF2-40B4-BE49-F238E27FC236}">
                  <a16:creationId xmlns:a16="http://schemas.microsoft.com/office/drawing/2014/main" id="{E7683578-5E0D-1CC1-9A47-F6E8AD90CFDC}"/>
                </a:ext>
              </a:extLst>
            </p:cNvPr>
            <p:cNvSpPr/>
            <p:nvPr/>
          </p:nvSpPr>
          <p:spPr>
            <a:xfrm>
              <a:off x="1629567" y="3478388"/>
              <a:ext cx="3783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828" name="Google Shape;828;p46">
              <a:extLst>
                <a:ext uri="{FF2B5EF4-FFF2-40B4-BE49-F238E27FC236}">
                  <a16:creationId xmlns:a16="http://schemas.microsoft.com/office/drawing/2014/main" id="{95963256-9E11-B47A-C42E-CF9C06AECDA5}"/>
                </a:ext>
              </a:extLst>
            </p:cNvPr>
            <p:cNvSpPr/>
            <p:nvPr/>
          </p:nvSpPr>
          <p:spPr>
            <a:xfrm>
              <a:off x="1740173" y="3804300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829" name="Google Shape;829;p46">
              <a:extLst>
                <a:ext uri="{FF2B5EF4-FFF2-40B4-BE49-F238E27FC236}">
                  <a16:creationId xmlns:a16="http://schemas.microsoft.com/office/drawing/2014/main" id="{D0805F9B-7F05-B294-22B5-32506358BB5F}"/>
                </a:ext>
              </a:extLst>
            </p:cNvPr>
            <p:cNvSpPr/>
            <p:nvPr/>
          </p:nvSpPr>
          <p:spPr>
            <a:xfrm>
              <a:off x="1740173" y="4456100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830" name="Google Shape;830;p46">
              <a:extLst>
                <a:ext uri="{FF2B5EF4-FFF2-40B4-BE49-F238E27FC236}">
                  <a16:creationId xmlns:a16="http://schemas.microsoft.com/office/drawing/2014/main" id="{A8695CB4-C5DD-32EC-C4CA-1E422508B7F1}"/>
                </a:ext>
              </a:extLst>
            </p:cNvPr>
            <p:cNvSpPr/>
            <p:nvPr/>
          </p:nvSpPr>
          <p:spPr>
            <a:xfrm>
              <a:off x="757650" y="2182588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831" name="Google Shape;831;p46">
              <a:extLst>
                <a:ext uri="{FF2B5EF4-FFF2-40B4-BE49-F238E27FC236}">
                  <a16:creationId xmlns:a16="http://schemas.microsoft.com/office/drawing/2014/main" id="{E54E9389-9039-CC1F-37AA-DBBE6EBB17D2}"/>
                </a:ext>
              </a:extLst>
            </p:cNvPr>
            <p:cNvSpPr/>
            <p:nvPr/>
          </p:nvSpPr>
          <p:spPr>
            <a:xfrm>
              <a:off x="757650" y="2512250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832" name="Google Shape;832;p46">
              <a:extLst>
                <a:ext uri="{FF2B5EF4-FFF2-40B4-BE49-F238E27FC236}">
                  <a16:creationId xmlns:a16="http://schemas.microsoft.com/office/drawing/2014/main" id="{4880EB5A-8E0C-F33E-4113-68C26163792A}"/>
                </a:ext>
              </a:extLst>
            </p:cNvPr>
            <p:cNvSpPr/>
            <p:nvPr/>
          </p:nvSpPr>
          <p:spPr>
            <a:xfrm>
              <a:off x="1445575" y="2509300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833" name="Google Shape;833;p46">
              <a:extLst>
                <a:ext uri="{FF2B5EF4-FFF2-40B4-BE49-F238E27FC236}">
                  <a16:creationId xmlns:a16="http://schemas.microsoft.com/office/drawing/2014/main" id="{06C788D8-714E-A49D-760F-B1F5C4144DE0}"/>
                </a:ext>
              </a:extLst>
            </p:cNvPr>
            <p:cNvSpPr/>
            <p:nvPr/>
          </p:nvSpPr>
          <p:spPr>
            <a:xfrm>
              <a:off x="1344900" y="2841925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834" name="Google Shape;834;p46">
              <a:extLst>
                <a:ext uri="{FF2B5EF4-FFF2-40B4-BE49-F238E27FC236}">
                  <a16:creationId xmlns:a16="http://schemas.microsoft.com/office/drawing/2014/main" id="{2E385C7B-33FC-95FF-BF75-A4DD5D961541}"/>
                </a:ext>
              </a:extLst>
            </p:cNvPr>
            <p:cNvSpPr/>
            <p:nvPr/>
          </p:nvSpPr>
          <p:spPr>
            <a:xfrm>
              <a:off x="1740250" y="4148775"/>
              <a:ext cx="4578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835" name="Google Shape;835;p46">
              <a:extLst>
                <a:ext uri="{FF2B5EF4-FFF2-40B4-BE49-F238E27FC236}">
                  <a16:creationId xmlns:a16="http://schemas.microsoft.com/office/drawing/2014/main" id="{22F48564-C588-9008-A290-1758994FAD1B}"/>
                </a:ext>
              </a:extLst>
            </p:cNvPr>
            <p:cNvSpPr/>
            <p:nvPr/>
          </p:nvSpPr>
          <p:spPr>
            <a:xfrm>
              <a:off x="2043300" y="4456050"/>
              <a:ext cx="4578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</p:grpSp>
      <p:sp>
        <p:nvSpPr>
          <p:cNvPr id="836" name="Google Shape;836;p46">
            <a:extLst>
              <a:ext uri="{FF2B5EF4-FFF2-40B4-BE49-F238E27FC236}">
                <a16:creationId xmlns:a16="http://schemas.microsoft.com/office/drawing/2014/main" id="{C984F9EF-F272-B710-67E9-721814BBEAA4}"/>
              </a:ext>
            </a:extLst>
          </p:cNvPr>
          <p:cNvSpPr txBox="1"/>
          <p:nvPr/>
        </p:nvSpPr>
        <p:spPr>
          <a:xfrm>
            <a:off x="226313" y="296375"/>
            <a:ext cx="7047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5000" noProof="0" dirty="0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</a:p>
        </p:txBody>
      </p:sp>
      <p:sp>
        <p:nvSpPr>
          <p:cNvPr id="837" name="Google Shape;837;p46">
            <a:extLst>
              <a:ext uri="{FF2B5EF4-FFF2-40B4-BE49-F238E27FC236}">
                <a16:creationId xmlns:a16="http://schemas.microsoft.com/office/drawing/2014/main" id="{1D6D9635-7903-CE8D-A91B-008FD92A44A0}"/>
              </a:ext>
            </a:extLst>
          </p:cNvPr>
          <p:cNvSpPr txBox="1"/>
          <p:nvPr/>
        </p:nvSpPr>
        <p:spPr>
          <a:xfrm>
            <a:off x="7343775" y="4152900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5000" noProof="0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</a:p>
        </p:txBody>
      </p:sp>
      <p:sp>
        <p:nvSpPr>
          <p:cNvPr id="2" name="Google Shape;454;p37">
            <a:extLst>
              <a:ext uri="{FF2B5EF4-FFF2-40B4-BE49-F238E27FC236}">
                <a16:creationId xmlns:a16="http://schemas.microsoft.com/office/drawing/2014/main" id="{4DCD818A-E07A-5AF2-73E8-9AA372D6B451}"/>
              </a:ext>
            </a:extLst>
          </p:cNvPr>
          <p:cNvSpPr txBox="1">
            <a:spLocks/>
          </p:cNvSpPr>
          <p:nvPr/>
        </p:nvSpPr>
        <p:spPr>
          <a:xfrm>
            <a:off x="473156" y="522725"/>
            <a:ext cx="819768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Code Pro"/>
              <a:buNone/>
              <a:defRPr sz="3500" b="0" i="0" u="none" strike="noStrike" cap="non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Code Pro"/>
              <a:buNone/>
              <a:defRPr sz="30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Code Pro"/>
              <a:buNone/>
              <a:defRPr sz="30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Code Pro"/>
              <a:buNone/>
              <a:defRPr sz="30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Code Pro"/>
              <a:buNone/>
              <a:defRPr sz="30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Code Pro"/>
              <a:buNone/>
              <a:defRPr sz="30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Code Pro"/>
              <a:buNone/>
              <a:defRPr sz="30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Code Pro"/>
              <a:buNone/>
              <a:defRPr sz="30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urce Code Pro"/>
              <a:buNone/>
              <a:defRPr sz="30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algn="ctr"/>
            <a:r>
              <a:rPr lang="es-ES" dirty="0">
                <a:solidFill>
                  <a:schemeClr val="accent4"/>
                </a:solidFill>
              </a:rPr>
              <a:t>Descripción de la Metodología</a:t>
            </a:r>
          </a:p>
        </p:txBody>
      </p:sp>
      <p:pic>
        <p:nvPicPr>
          <p:cNvPr id="2050" name="Picture 2" descr="C++ - Wikipedia, la enciclopedia libre">
            <a:extLst>
              <a:ext uri="{FF2B5EF4-FFF2-40B4-BE49-F238E27FC236}">
                <a16:creationId xmlns:a16="http://schemas.microsoft.com/office/drawing/2014/main" id="{BF3B5985-2955-1B2A-7C86-D991CA86F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5317" y="3300400"/>
            <a:ext cx="1366113" cy="1537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449;p36">
            <a:extLst>
              <a:ext uri="{FF2B5EF4-FFF2-40B4-BE49-F238E27FC236}">
                <a16:creationId xmlns:a16="http://schemas.microsoft.com/office/drawing/2014/main" id="{9D41DDB6-5208-3D9C-63BE-45D278BBEF84}"/>
              </a:ext>
            </a:extLst>
          </p:cNvPr>
          <p:cNvSpPr txBox="1"/>
          <p:nvPr/>
        </p:nvSpPr>
        <p:spPr>
          <a:xfrm>
            <a:off x="7673086" y="4425325"/>
            <a:ext cx="137655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5000" noProof="0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lang="es-ES" sz="5000" noProof="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8217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>
          <a:extLst>
            <a:ext uri="{FF2B5EF4-FFF2-40B4-BE49-F238E27FC236}">
              <a16:creationId xmlns:a16="http://schemas.microsoft.com/office/drawing/2014/main" id="{F35F98AE-715D-A345-FC0F-C06FF28B9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6">
            <a:extLst>
              <a:ext uri="{FF2B5EF4-FFF2-40B4-BE49-F238E27FC236}">
                <a16:creationId xmlns:a16="http://schemas.microsoft.com/office/drawing/2014/main" id="{6E46F57D-AF05-C367-A1CE-B2EB09BE7B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5792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lt2"/>
                </a:solidFill>
              </a:rPr>
              <a:t>Identificación del lenguaje</a:t>
            </a:r>
            <a:endParaRPr lang="es-ES" noProof="0" dirty="0">
              <a:solidFill>
                <a:schemeClr val="lt2"/>
              </a:solidFill>
            </a:endParaRPr>
          </a:p>
        </p:txBody>
      </p:sp>
      <p:sp>
        <p:nvSpPr>
          <p:cNvPr id="432" name="Google Shape;432;p36">
            <a:extLst>
              <a:ext uri="{FF2B5EF4-FFF2-40B4-BE49-F238E27FC236}">
                <a16:creationId xmlns:a16="http://schemas.microsoft.com/office/drawing/2014/main" id="{79C2FCA8-0486-FA9B-E079-2E17435279F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022347" y="839468"/>
            <a:ext cx="5668606" cy="413215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s-BO" sz="1200" noProof="0" dirty="0" err="1"/>
              <a:t>entier</a:t>
            </a:r>
            <a:r>
              <a:rPr lang="es-BO" sz="1200" noProof="0" dirty="0"/>
              <a:t> x = 10;</a:t>
            </a:r>
          </a:p>
          <a:p>
            <a:pPr marL="0" lvl="0" indent="0"/>
            <a:r>
              <a:rPr lang="es-BO" sz="1200" noProof="0" dirty="0" err="1"/>
              <a:t>entier</a:t>
            </a:r>
            <a:r>
              <a:rPr lang="es-BO" sz="1200" noProof="0" dirty="0"/>
              <a:t> y = 0;</a:t>
            </a:r>
          </a:p>
          <a:p>
            <a:pPr marL="0" lvl="0" indent="0"/>
            <a:r>
              <a:rPr lang="es-BO" sz="1200" noProof="0" dirty="0" err="1"/>
              <a:t>reel</a:t>
            </a:r>
            <a:r>
              <a:rPr lang="es-BO" sz="1200" noProof="0" dirty="0"/>
              <a:t> promedio = 5.5;</a:t>
            </a:r>
          </a:p>
          <a:p>
            <a:pPr marL="0" lvl="0" indent="0"/>
            <a:r>
              <a:rPr lang="es-BO" sz="1200" noProof="0" dirty="0"/>
              <a:t>si (x &gt; 5) {</a:t>
            </a:r>
          </a:p>
          <a:p>
            <a:pPr marL="0" lvl="0" indent="0"/>
            <a:r>
              <a:rPr lang="es-BO" sz="1200" noProof="0" dirty="0"/>
              <a:t>    </a:t>
            </a:r>
            <a:r>
              <a:rPr lang="es-BO" sz="1200" noProof="0" dirty="0" err="1"/>
              <a:t>afficher</a:t>
            </a:r>
            <a:r>
              <a:rPr lang="es-BO" sz="1200" noProof="0" dirty="0"/>
              <a:t> &lt;&lt; "El valor de x es mayor a 5";</a:t>
            </a:r>
          </a:p>
          <a:p>
            <a:pPr marL="0" lvl="0" indent="0"/>
            <a:r>
              <a:rPr lang="es-BO" sz="1200" noProof="0" dirty="0"/>
              <a:t>    y = 10;</a:t>
            </a:r>
          </a:p>
          <a:p>
            <a:pPr marL="0" lvl="0" indent="0"/>
            <a:r>
              <a:rPr lang="es-BO" sz="1200" noProof="0" dirty="0"/>
              <a:t>} </a:t>
            </a:r>
            <a:r>
              <a:rPr lang="es-BO" sz="1200" noProof="0" dirty="0" err="1"/>
              <a:t>sinon</a:t>
            </a:r>
            <a:r>
              <a:rPr lang="es-BO" sz="1200" noProof="0" dirty="0"/>
              <a:t> {</a:t>
            </a:r>
          </a:p>
          <a:p>
            <a:pPr marL="0" lvl="0" indent="0"/>
            <a:r>
              <a:rPr lang="es-BO" sz="1200" noProof="0" dirty="0"/>
              <a:t>    y = 0;</a:t>
            </a:r>
          </a:p>
          <a:p>
            <a:pPr marL="0" lvl="0" indent="0"/>
            <a:r>
              <a:rPr lang="es-BO" sz="1200" noProof="0" dirty="0"/>
              <a:t>}</a:t>
            </a:r>
          </a:p>
          <a:p>
            <a:pPr marL="0" lvl="0" indent="0"/>
            <a:r>
              <a:rPr lang="es-BO" sz="1200" noProof="0" dirty="0" err="1"/>
              <a:t>tantque</a:t>
            </a:r>
            <a:r>
              <a:rPr lang="es-BO" sz="1200" noProof="0" dirty="0"/>
              <a:t> (y &lt; 10) {</a:t>
            </a:r>
          </a:p>
          <a:p>
            <a:pPr marL="0" lvl="0" indent="0"/>
            <a:r>
              <a:rPr lang="es-BO" sz="1200" noProof="0" dirty="0"/>
              <a:t>    y = y + 1;</a:t>
            </a:r>
          </a:p>
          <a:p>
            <a:pPr marL="0" lvl="0" indent="0"/>
            <a:r>
              <a:rPr lang="es-BO" sz="1200" noProof="0" dirty="0"/>
              <a:t>    </a:t>
            </a:r>
            <a:r>
              <a:rPr lang="es-BO" sz="1200" noProof="0" dirty="0" err="1"/>
              <a:t>afficher</a:t>
            </a:r>
            <a:r>
              <a:rPr lang="es-BO" sz="1200" noProof="0" dirty="0"/>
              <a:t> &lt;&lt; y;</a:t>
            </a:r>
          </a:p>
          <a:p>
            <a:pPr marL="0" lvl="0" indent="0"/>
            <a:r>
              <a:rPr lang="es-BO" sz="1200" noProof="0" dirty="0"/>
              <a:t>}</a:t>
            </a:r>
          </a:p>
          <a:p>
            <a:pPr marL="0" lvl="0" indent="0"/>
            <a:r>
              <a:rPr lang="es-BO" sz="1200" noProof="0" dirty="0" err="1"/>
              <a:t>pour</a:t>
            </a:r>
            <a:r>
              <a:rPr lang="es-BO" sz="1200" noProof="0" dirty="0"/>
              <a:t> (</a:t>
            </a:r>
            <a:r>
              <a:rPr lang="es-BO" sz="1200" noProof="0" dirty="0" err="1"/>
              <a:t>entier</a:t>
            </a:r>
            <a:r>
              <a:rPr lang="es-BO" sz="1200" noProof="0" dirty="0"/>
              <a:t> i = 0 ; i &lt; 5 ; i = i + 1) {</a:t>
            </a:r>
          </a:p>
          <a:p>
            <a:pPr marL="0" lvl="0" indent="0"/>
            <a:r>
              <a:rPr lang="es-BO" sz="1200" noProof="0" dirty="0"/>
              <a:t>    </a:t>
            </a:r>
            <a:r>
              <a:rPr lang="es-BO" sz="1200" noProof="0" dirty="0" err="1"/>
              <a:t>afficher</a:t>
            </a:r>
            <a:r>
              <a:rPr lang="es-BO" sz="1200" noProof="0" dirty="0"/>
              <a:t> &lt;&lt; i;</a:t>
            </a:r>
          </a:p>
          <a:p>
            <a:pPr marL="0" lvl="0" indent="0"/>
            <a:r>
              <a:rPr lang="es-BO" sz="1200" noProof="0" dirty="0"/>
              <a:t>}</a:t>
            </a:r>
          </a:p>
          <a:p>
            <a:pPr marL="0" lvl="0" indent="0"/>
            <a:r>
              <a:rPr lang="es-BO" sz="1200" noProof="0" dirty="0" err="1"/>
              <a:t>lire</a:t>
            </a:r>
            <a:r>
              <a:rPr lang="es-BO" sz="1200" noProof="0" dirty="0"/>
              <a:t> &gt;&gt; x;</a:t>
            </a:r>
            <a:endParaRPr lang="es-ES" sz="1200" noProof="0" dirty="0"/>
          </a:p>
        </p:txBody>
      </p:sp>
      <p:sp>
        <p:nvSpPr>
          <p:cNvPr id="433" name="Google Shape;433;p36">
            <a:extLst>
              <a:ext uri="{FF2B5EF4-FFF2-40B4-BE49-F238E27FC236}">
                <a16:creationId xmlns:a16="http://schemas.microsoft.com/office/drawing/2014/main" id="{3420C182-81A3-74C7-C737-6F5092205374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50039" y="1012826"/>
            <a:ext cx="2144036" cy="28849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BO" noProof="0" dirty="0"/>
              <a:t>El lenguaje identificado se basa en vocabulario del idioma francés manteniendo la estructura y sintaxis de C++, denominado </a:t>
            </a:r>
            <a:r>
              <a:rPr lang="es-BO" noProof="0" dirty="0" err="1"/>
              <a:t>CodeBleu</a:t>
            </a:r>
            <a:r>
              <a:rPr lang="es-BO" noProof="0" dirty="0"/>
              <a:t>, por ejemplo:</a:t>
            </a:r>
            <a:endParaRPr lang="es-ES" noProof="0" dirty="0"/>
          </a:p>
        </p:txBody>
      </p:sp>
      <p:grpSp>
        <p:nvGrpSpPr>
          <p:cNvPr id="434" name="Google Shape;434;p36">
            <a:extLst>
              <a:ext uri="{FF2B5EF4-FFF2-40B4-BE49-F238E27FC236}">
                <a16:creationId xmlns:a16="http://schemas.microsoft.com/office/drawing/2014/main" id="{E8483D78-CDE4-8377-1D07-A614085B8DF2}"/>
              </a:ext>
            </a:extLst>
          </p:cNvPr>
          <p:cNvGrpSpPr/>
          <p:nvPr/>
        </p:nvGrpSpPr>
        <p:grpSpPr>
          <a:xfrm>
            <a:off x="350039" y="3944000"/>
            <a:ext cx="2536147" cy="887325"/>
            <a:chOff x="880714" y="3731738"/>
            <a:chExt cx="2536147" cy="887325"/>
          </a:xfrm>
        </p:grpSpPr>
        <p:sp>
          <p:nvSpPr>
            <p:cNvPr id="435" name="Google Shape;435;p36">
              <a:extLst>
                <a:ext uri="{FF2B5EF4-FFF2-40B4-BE49-F238E27FC236}">
                  <a16:creationId xmlns:a16="http://schemas.microsoft.com/office/drawing/2014/main" id="{0DD7FC63-A614-F670-29F1-DCBBCA33C547}"/>
                </a:ext>
              </a:extLst>
            </p:cNvPr>
            <p:cNvSpPr/>
            <p:nvPr/>
          </p:nvSpPr>
          <p:spPr>
            <a:xfrm>
              <a:off x="880714" y="37482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36" name="Google Shape;436;p36">
              <a:extLst>
                <a:ext uri="{FF2B5EF4-FFF2-40B4-BE49-F238E27FC236}">
                  <a16:creationId xmlns:a16="http://schemas.microsoft.com/office/drawing/2014/main" id="{2232A38F-05C7-D738-D837-8D9A1B5B376F}"/>
                </a:ext>
              </a:extLst>
            </p:cNvPr>
            <p:cNvSpPr/>
            <p:nvPr/>
          </p:nvSpPr>
          <p:spPr>
            <a:xfrm>
              <a:off x="880714" y="39872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37" name="Google Shape;437;p36">
              <a:extLst>
                <a:ext uri="{FF2B5EF4-FFF2-40B4-BE49-F238E27FC236}">
                  <a16:creationId xmlns:a16="http://schemas.microsoft.com/office/drawing/2014/main" id="{A3B4EED5-717A-0188-64AA-97BE0FE3826C}"/>
                </a:ext>
              </a:extLst>
            </p:cNvPr>
            <p:cNvSpPr/>
            <p:nvPr/>
          </p:nvSpPr>
          <p:spPr>
            <a:xfrm>
              <a:off x="880732" y="42605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38" name="Google Shape;438;p36">
              <a:extLst>
                <a:ext uri="{FF2B5EF4-FFF2-40B4-BE49-F238E27FC236}">
                  <a16:creationId xmlns:a16="http://schemas.microsoft.com/office/drawing/2014/main" id="{A82265D8-B024-8BFC-69FC-2BF8BCBBDCDE}"/>
                </a:ext>
              </a:extLst>
            </p:cNvPr>
            <p:cNvSpPr/>
            <p:nvPr/>
          </p:nvSpPr>
          <p:spPr>
            <a:xfrm>
              <a:off x="1374131" y="4260575"/>
              <a:ext cx="5244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39" name="Google Shape;439;p36">
              <a:extLst>
                <a:ext uri="{FF2B5EF4-FFF2-40B4-BE49-F238E27FC236}">
                  <a16:creationId xmlns:a16="http://schemas.microsoft.com/office/drawing/2014/main" id="{B2DFDBAA-D8A3-FF00-993C-8321F4509A02}"/>
                </a:ext>
              </a:extLst>
            </p:cNvPr>
            <p:cNvSpPr/>
            <p:nvPr/>
          </p:nvSpPr>
          <p:spPr>
            <a:xfrm>
              <a:off x="2032952" y="4260575"/>
              <a:ext cx="661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40" name="Google Shape;440;p36">
              <a:extLst>
                <a:ext uri="{FF2B5EF4-FFF2-40B4-BE49-F238E27FC236}">
                  <a16:creationId xmlns:a16="http://schemas.microsoft.com/office/drawing/2014/main" id="{DF609F1D-D68C-A45D-3BC6-B531BFDD1242}"/>
                </a:ext>
              </a:extLst>
            </p:cNvPr>
            <p:cNvSpPr/>
            <p:nvPr/>
          </p:nvSpPr>
          <p:spPr>
            <a:xfrm>
              <a:off x="2783250" y="4260575"/>
              <a:ext cx="241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41" name="Google Shape;441;p36">
              <a:extLst>
                <a:ext uri="{FF2B5EF4-FFF2-40B4-BE49-F238E27FC236}">
                  <a16:creationId xmlns:a16="http://schemas.microsoft.com/office/drawing/2014/main" id="{39083401-F22A-751D-FE72-B69EF6B0D18D}"/>
                </a:ext>
              </a:extLst>
            </p:cNvPr>
            <p:cNvSpPr/>
            <p:nvPr/>
          </p:nvSpPr>
          <p:spPr>
            <a:xfrm>
              <a:off x="880732" y="44691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42" name="Google Shape;442;p36">
              <a:extLst>
                <a:ext uri="{FF2B5EF4-FFF2-40B4-BE49-F238E27FC236}">
                  <a16:creationId xmlns:a16="http://schemas.microsoft.com/office/drawing/2014/main" id="{699275A1-B266-B790-186F-07AF1FCEB529}"/>
                </a:ext>
              </a:extLst>
            </p:cNvPr>
            <p:cNvSpPr/>
            <p:nvPr/>
          </p:nvSpPr>
          <p:spPr>
            <a:xfrm>
              <a:off x="1374131" y="4469100"/>
              <a:ext cx="834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43" name="Google Shape;443;p36">
              <a:extLst>
                <a:ext uri="{FF2B5EF4-FFF2-40B4-BE49-F238E27FC236}">
                  <a16:creationId xmlns:a16="http://schemas.microsoft.com/office/drawing/2014/main" id="{0C8C629F-6BE8-91F3-8064-F7017D0CEF40}"/>
                </a:ext>
              </a:extLst>
            </p:cNvPr>
            <p:cNvSpPr/>
            <p:nvPr/>
          </p:nvSpPr>
          <p:spPr>
            <a:xfrm>
              <a:off x="2318331" y="44691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44" name="Google Shape;444;p36">
              <a:extLst>
                <a:ext uri="{FF2B5EF4-FFF2-40B4-BE49-F238E27FC236}">
                  <a16:creationId xmlns:a16="http://schemas.microsoft.com/office/drawing/2014/main" id="{27BFC3B7-E210-095C-096C-AA7AA7A27FEE}"/>
                </a:ext>
              </a:extLst>
            </p:cNvPr>
            <p:cNvSpPr/>
            <p:nvPr/>
          </p:nvSpPr>
          <p:spPr>
            <a:xfrm>
              <a:off x="2783561" y="44711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45" name="Google Shape;445;p36">
              <a:extLst>
                <a:ext uri="{FF2B5EF4-FFF2-40B4-BE49-F238E27FC236}">
                  <a16:creationId xmlns:a16="http://schemas.microsoft.com/office/drawing/2014/main" id="{AA5B76F6-D27C-AE3B-F740-028201F4A3CB}"/>
                </a:ext>
              </a:extLst>
            </p:cNvPr>
            <p:cNvSpPr/>
            <p:nvPr/>
          </p:nvSpPr>
          <p:spPr>
            <a:xfrm>
              <a:off x="1301861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46" name="Google Shape;446;p36">
              <a:extLst>
                <a:ext uri="{FF2B5EF4-FFF2-40B4-BE49-F238E27FC236}">
                  <a16:creationId xmlns:a16="http://schemas.microsoft.com/office/drawing/2014/main" id="{E9FC37E0-78E5-406D-1C51-3EDAECEDB352}"/>
                </a:ext>
              </a:extLst>
            </p:cNvPr>
            <p:cNvSpPr/>
            <p:nvPr/>
          </p:nvSpPr>
          <p:spPr>
            <a:xfrm>
              <a:off x="1301861" y="37317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47" name="Google Shape;447;p36">
              <a:extLst>
                <a:ext uri="{FF2B5EF4-FFF2-40B4-BE49-F238E27FC236}">
                  <a16:creationId xmlns:a16="http://schemas.microsoft.com/office/drawing/2014/main" id="{54E3E408-5EBD-8209-6367-059ED6C40FE9}"/>
                </a:ext>
              </a:extLst>
            </p:cNvPr>
            <p:cNvSpPr/>
            <p:nvPr/>
          </p:nvSpPr>
          <p:spPr>
            <a:xfrm>
              <a:off x="2028686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5194776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0B761284-B425-0CCA-9A7F-F1EF91030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9B45F2ED-3412-F43B-718C-B8BB48B2FD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/>
              <a:t>Gramática</a:t>
            </a:r>
            <a:endParaRPr lang="es-ES" noProof="0" dirty="0">
              <a:solidFill>
                <a:schemeClr val="accent4"/>
              </a:solidFill>
            </a:endParaRPr>
          </a:p>
        </p:txBody>
      </p:sp>
      <p:sp>
        <p:nvSpPr>
          <p:cNvPr id="498" name="Google Shape;498;p38">
            <a:extLst>
              <a:ext uri="{FF2B5EF4-FFF2-40B4-BE49-F238E27FC236}">
                <a16:creationId xmlns:a16="http://schemas.microsoft.com/office/drawing/2014/main" id="{2260BF07-CE9C-F7A5-AAD4-39033AF07B1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047488" y="984656"/>
            <a:ext cx="4096512" cy="40939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BO" sz="900" dirty="0"/>
              <a:t>principal = { sentencia } ; </a:t>
            </a:r>
          </a:p>
          <a:p>
            <a:r>
              <a:rPr lang="es-BO" sz="900" dirty="0"/>
              <a:t>sentencia = </a:t>
            </a:r>
            <a:r>
              <a:rPr lang="es-BO" sz="900" dirty="0" err="1"/>
              <a:t>declaracion</a:t>
            </a:r>
            <a:r>
              <a:rPr lang="es-BO" sz="900" dirty="0"/>
              <a:t> | </a:t>
            </a:r>
            <a:r>
              <a:rPr lang="es-BO" sz="900" dirty="0" err="1"/>
              <a:t>asignacion</a:t>
            </a:r>
            <a:r>
              <a:rPr lang="es-BO" sz="900" dirty="0"/>
              <a:t> | </a:t>
            </a:r>
            <a:r>
              <a:rPr lang="es-BO" sz="900" dirty="0" err="1"/>
              <a:t>entrada_salida</a:t>
            </a:r>
            <a:r>
              <a:rPr lang="es-BO" sz="900" dirty="0"/>
              <a:t> | condicional | </a:t>
            </a:r>
            <a:r>
              <a:rPr lang="es-BO" sz="900" dirty="0" err="1"/>
              <a:t>bucle_tantque</a:t>
            </a:r>
            <a:r>
              <a:rPr lang="es-BO" sz="900" dirty="0"/>
              <a:t> | </a:t>
            </a:r>
            <a:r>
              <a:rPr lang="es-BO" sz="900" dirty="0" err="1"/>
              <a:t>bucle_pour</a:t>
            </a:r>
            <a:r>
              <a:rPr lang="es-BO" sz="900" dirty="0"/>
              <a:t> ; </a:t>
            </a:r>
          </a:p>
          <a:p>
            <a:r>
              <a:rPr lang="es-BO" sz="900" dirty="0"/>
              <a:t>tipo = "</a:t>
            </a:r>
            <a:r>
              <a:rPr lang="es-BO" sz="900" dirty="0" err="1"/>
              <a:t>entier</a:t>
            </a:r>
            <a:r>
              <a:rPr lang="es-BO" sz="900" dirty="0"/>
              <a:t>" | "</a:t>
            </a:r>
            <a:r>
              <a:rPr lang="es-BO" sz="900" dirty="0" err="1"/>
              <a:t>réel</a:t>
            </a:r>
            <a:r>
              <a:rPr lang="es-BO" sz="900" dirty="0"/>
              <a:t>" | "chaine" ; </a:t>
            </a:r>
          </a:p>
          <a:p>
            <a:r>
              <a:rPr lang="es-BO" sz="900" dirty="0" err="1"/>
              <a:t>declaracion</a:t>
            </a:r>
            <a:r>
              <a:rPr lang="es-BO" sz="900" dirty="0"/>
              <a:t> = tipo identificador [ "=" </a:t>
            </a:r>
            <a:r>
              <a:rPr lang="es-BO" sz="900" dirty="0" err="1"/>
              <a:t>expresion</a:t>
            </a:r>
            <a:r>
              <a:rPr lang="es-BO" sz="900" dirty="0"/>
              <a:t> ] ";" ; </a:t>
            </a:r>
          </a:p>
          <a:p>
            <a:r>
              <a:rPr lang="es-BO" sz="900" dirty="0" err="1"/>
              <a:t>asignacion</a:t>
            </a:r>
            <a:r>
              <a:rPr lang="es-BO" sz="900" dirty="0"/>
              <a:t> = identificador "=" </a:t>
            </a:r>
            <a:r>
              <a:rPr lang="es-BO" sz="900" dirty="0" err="1"/>
              <a:t>expresion</a:t>
            </a:r>
            <a:r>
              <a:rPr lang="es-BO" sz="900" dirty="0"/>
              <a:t> ";" ; </a:t>
            </a:r>
          </a:p>
          <a:p>
            <a:r>
              <a:rPr lang="es-BO" sz="900" dirty="0" err="1"/>
              <a:t>entrada_salida</a:t>
            </a:r>
            <a:r>
              <a:rPr lang="es-BO" sz="900" dirty="0"/>
              <a:t> = "</a:t>
            </a:r>
            <a:r>
              <a:rPr lang="es-BO" sz="900" dirty="0" err="1"/>
              <a:t>afficher</a:t>
            </a:r>
            <a:r>
              <a:rPr lang="es-BO" sz="900" dirty="0"/>
              <a:t>" "&lt;&lt;" ( cadena | </a:t>
            </a:r>
            <a:r>
              <a:rPr lang="es-BO" sz="900" dirty="0" err="1"/>
              <a:t>expresion</a:t>
            </a:r>
            <a:r>
              <a:rPr lang="es-BO" sz="900" dirty="0"/>
              <a:t> ) ";" | "</a:t>
            </a:r>
            <a:r>
              <a:rPr lang="es-BO" sz="900" dirty="0" err="1"/>
              <a:t>lire</a:t>
            </a:r>
            <a:r>
              <a:rPr lang="es-BO" sz="900" dirty="0"/>
              <a:t>" "&gt;&gt;" identificador ";" ; </a:t>
            </a:r>
          </a:p>
          <a:p>
            <a:r>
              <a:rPr lang="es-BO" sz="900" dirty="0"/>
              <a:t>condicional = "si" "(" </a:t>
            </a:r>
            <a:r>
              <a:rPr lang="es-BO" sz="900" dirty="0" err="1"/>
              <a:t>bool</a:t>
            </a:r>
            <a:r>
              <a:rPr lang="es-BO" sz="900" dirty="0"/>
              <a:t> ")" "{" </a:t>
            </a:r>
            <a:r>
              <a:rPr lang="es-BO" sz="900" dirty="0" err="1"/>
              <a:t>codigo</a:t>
            </a:r>
            <a:r>
              <a:rPr lang="es-BO" sz="900" dirty="0"/>
              <a:t> "}" [ "</a:t>
            </a:r>
            <a:r>
              <a:rPr lang="es-BO" sz="900" dirty="0" err="1"/>
              <a:t>sinon</a:t>
            </a:r>
            <a:r>
              <a:rPr lang="es-BO" sz="900" dirty="0"/>
              <a:t>" "{" </a:t>
            </a:r>
            <a:r>
              <a:rPr lang="es-BO" sz="900" dirty="0" err="1"/>
              <a:t>codigo</a:t>
            </a:r>
            <a:r>
              <a:rPr lang="es-BO" sz="900" dirty="0"/>
              <a:t> "}" ] ; </a:t>
            </a:r>
          </a:p>
          <a:p>
            <a:r>
              <a:rPr lang="es-BO" sz="900" dirty="0" err="1"/>
              <a:t>bucle_tantque</a:t>
            </a:r>
            <a:r>
              <a:rPr lang="es-BO" sz="900" dirty="0"/>
              <a:t> = "</a:t>
            </a:r>
            <a:r>
              <a:rPr lang="es-BO" sz="900" dirty="0" err="1"/>
              <a:t>tantque</a:t>
            </a:r>
            <a:r>
              <a:rPr lang="es-BO" sz="900" dirty="0"/>
              <a:t>" "(" </a:t>
            </a:r>
            <a:r>
              <a:rPr lang="es-BO" sz="900" dirty="0" err="1"/>
              <a:t>bool</a:t>
            </a:r>
            <a:r>
              <a:rPr lang="es-BO" sz="900" dirty="0"/>
              <a:t> ")" "{" </a:t>
            </a:r>
            <a:r>
              <a:rPr lang="es-BO" sz="900" dirty="0" err="1"/>
              <a:t>codigo</a:t>
            </a:r>
            <a:r>
              <a:rPr lang="es-BO" sz="900" dirty="0"/>
              <a:t> "}" ; </a:t>
            </a:r>
          </a:p>
          <a:p>
            <a:r>
              <a:rPr lang="es-BO" sz="900" dirty="0" err="1"/>
              <a:t>bucle_pour</a:t>
            </a:r>
            <a:r>
              <a:rPr lang="es-BO" sz="900" dirty="0"/>
              <a:t> = "</a:t>
            </a:r>
            <a:r>
              <a:rPr lang="es-BO" sz="900" dirty="0" err="1"/>
              <a:t>pour</a:t>
            </a:r>
            <a:r>
              <a:rPr lang="es-BO" sz="900" dirty="0"/>
              <a:t>" "(" [ </a:t>
            </a:r>
            <a:r>
              <a:rPr lang="es-BO" sz="900" dirty="0" err="1"/>
              <a:t>declaracion</a:t>
            </a:r>
            <a:r>
              <a:rPr lang="es-BO" sz="900" dirty="0"/>
              <a:t> | </a:t>
            </a:r>
            <a:r>
              <a:rPr lang="es-BO" sz="900" dirty="0" err="1"/>
              <a:t>asignacion</a:t>
            </a:r>
            <a:r>
              <a:rPr lang="es-BO" sz="900" dirty="0"/>
              <a:t> ] </a:t>
            </a:r>
            <a:r>
              <a:rPr lang="es-BO" sz="900" dirty="0" err="1"/>
              <a:t>bool</a:t>
            </a:r>
            <a:r>
              <a:rPr lang="es-BO" sz="900" dirty="0"/>
              <a:t> ";" incremento ")" "{" </a:t>
            </a:r>
            <a:r>
              <a:rPr lang="es-BO" sz="900" dirty="0" err="1"/>
              <a:t>codigo</a:t>
            </a:r>
            <a:r>
              <a:rPr lang="es-BO" sz="900" dirty="0"/>
              <a:t> "}" ; </a:t>
            </a:r>
          </a:p>
          <a:p>
            <a:r>
              <a:rPr lang="es-BO" sz="900" dirty="0" err="1"/>
              <a:t>codigo</a:t>
            </a:r>
            <a:r>
              <a:rPr lang="es-BO" sz="900" dirty="0"/>
              <a:t> = { sentencia } ; </a:t>
            </a:r>
          </a:p>
          <a:p>
            <a:r>
              <a:rPr lang="es-BO" sz="900" dirty="0" err="1"/>
              <a:t>bool</a:t>
            </a:r>
            <a:r>
              <a:rPr lang="es-BO" sz="900" dirty="0"/>
              <a:t> = </a:t>
            </a:r>
            <a:r>
              <a:rPr lang="es-BO" sz="900" dirty="0" err="1"/>
              <a:t>expresion</a:t>
            </a:r>
            <a:r>
              <a:rPr lang="es-BO" sz="900" dirty="0"/>
              <a:t> </a:t>
            </a:r>
            <a:r>
              <a:rPr lang="es-BO" sz="900" dirty="0" err="1"/>
              <a:t>comparacion</a:t>
            </a:r>
            <a:r>
              <a:rPr lang="es-BO" sz="900" dirty="0"/>
              <a:t> </a:t>
            </a:r>
            <a:r>
              <a:rPr lang="es-BO" sz="900" dirty="0" err="1"/>
              <a:t>expresion</a:t>
            </a:r>
            <a:r>
              <a:rPr lang="es-BO" sz="900" dirty="0"/>
              <a:t> ; </a:t>
            </a:r>
          </a:p>
          <a:p>
            <a:r>
              <a:rPr lang="es-BO" sz="900" dirty="0" err="1"/>
              <a:t>comparacion</a:t>
            </a:r>
            <a:r>
              <a:rPr lang="es-BO" sz="900" dirty="0"/>
              <a:t> = "&gt;" | "&lt;" | "==" | "!=" | "&gt;=" | "&lt;=" ; </a:t>
            </a:r>
          </a:p>
          <a:p>
            <a:r>
              <a:rPr lang="es-BO" sz="900" dirty="0" err="1"/>
              <a:t>expresion</a:t>
            </a:r>
            <a:r>
              <a:rPr lang="es-BO" sz="900" dirty="0"/>
              <a:t> = termino { ( "+" | "-" ) termino } ; </a:t>
            </a:r>
          </a:p>
          <a:p>
            <a:r>
              <a:rPr lang="es-BO" sz="900" dirty="0"/>
              <a:t>termino = factor { ( "*" | "/" ) factor } ; </a:t>
            </a:r>
          </a:p>
          <a:p>
            <a:r>
              <a:rPr lang="es-BO" sz="900" dirty="0"/>
              <a:t>factor = identificador | numero | "(" </a:t>
            </a:r>
            <a:r>
              <a:rPr lang="es-BO" sz="900" dirty="0" err="1"/>
              <a:t>expresion</a:t>
            </a:r>
            <a:r>
              <a:rPr lang="es-BO" sz="900" dirty="0"/>
              <a:t> ")" ; </a:t>
            </a:r>
          </a:p>
          <a:p>
            <a:r>
              <a:rPr lang="es-BO" sz="900" dirty="0"/>
              <a:t>incremento = identificador ( "++" | "=" </a:t>
            </a:r>
            <a:r>
              <a:rPr lang="es-BO" sz="900" dirty="0" err="1"/>
              <a:t>expresion</a:t>
            </a:r>
            <a:r>
              <a:rPr lang="es-BO" sz="900" dirty="0"/>
              <a:t> ) ; </a:t>
            </a:r>
          </a:p>
          <a:p>
            <a:r>
              <a:rPr lang="es-BO" sz="900" dirty="0"/>
              <a:t>identificador = letra { letra | digito } ; </a:t>
            </a:r>
          </a:p>
          <a:p>
            <a:r>
              <a:rPr lang="es-BO" sz="900" dirty="0"/>
              <a:t>numero = digito { digito } [ "." { digito } ] ; </a:t>
            </a:r>
          </a:p>
          <a:p>
            <a:r>
              <a:rPr lang="es-BO" sz="900" dirty="0"/>
              <a:t>letra = "</a:t>
            </a:r>
            <a:r>
              <a:rPr lang="es-BO" sz="900" dirty="0" err="1"/>
              <a:t>a".."z</a:t>
            </a:r>
            <a:r>
              <a:rPr lang="es-BO" sz="900" dirty="0"/>
              <a:t>" | "A".."Z" ; </a:t>
            </a:r>
          </a:p>
          <a:p>
            <a:r>
              <a:rPr lang="es-BO" sz="900" dirty="0"/>
              <a:t>digito = "0".."9" ; </a:t>
            </a:r>
          </a:p>
          <a:p>
            <a:r>
              <a:rPr lang="es-BO" sz="900" dirty="0"/>
              <a:t>cadena = "\"" { </a:t>
            </a:r>
            <a:r>
              <a:rPr lang="es-BO" sz="900" dirty="0" err="1"/>
              <a:t>alfanumerico</a:t>
            </a:r>
            <a:r>
              <a:rPr lang="es-BO" sz="900" dirty="0"/>
              <a:t> | especial } "\"" ;</a:t>
            </a:r>
          </a:p>
          <a:p>
            <a:br>
              <a:rPr lang="es-BO" sz="900" dirty="0"/>
            </a:br>
            <a:br>
              <a:rPr lang="es-BO" sz="900" dirty="0"/>
            </a:br>
            <a:endParaRPr lang="es-ES" sz="900" noProof="0" dirty="0"/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82EC8832-8031-779E-801D-B61D6AD22860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11393" y="926155"/>
            <a:ext cx="4949670" cy="35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BO" sz="800" dirty="0"/>
              <a:t>&lt;principal&gt; ::= &lt;</a:t>
            </a:r>
            <a:r>
              <a:rPr lang="es-BO" sz="800" dirty="0" err="1"/>
              <a:t>codigo</a:t>
            </a:r>
            <a:r>
              <a:rPr lang="es-BO" sz="800" dirty="0"/>
              <a:t>&gt; | </a:t>
            </a:r>
            <a:r>
              <a:rPr lang="el-GR" sz="800" dirty="0"/>
              <a:t>λ</a:t>
            </a:r>
          </a:p>
          <a:p>
            <a:r>
              <a:rPr lang="el-GR" sz="800" dirty="0"/>
              <a:t>&lt;</a:t>
            </a:r>
            <a:r>
              <a:rPr lang="es-BO" sz="800" dirty="0" err="1"/>
              <a:t>codigo</a:t>
            </a:r>
            <a:r>
              <a:rPr lang="es-BO" sz="800" dirty="0"/>
              <a:t>&gt; ::= &lt;sentencia&gt; &lt;</a:t>
            </a:r>
            <a:r>
              <a:rPr lang="es-BO" sz="800" dirty="0" err="1"/>
              <a:t>codigo</a:t>
            </a:r>
            <a:r>
              <a:rPr lang="es-BO" sz="800" dirty="0"/>
              <a:t>&gt; | </a:t>
            </a:r>
            <a:r>
              <a:rPr lang="el-GR" sz="800" dirty="0"/>
              <a:t>λ</a:t>
            </a:r>
          </a:p>
          <a:p>
            <a:r>
              <a:rPr lang="el-GR" sz="800" dirty="0"/>
              <a:t>&lt;</a:t>
            </a:r>
            <a:r>
              <a:rPr lang="es-BO" sz="800" dirty="0"/>
              <a:t>tipo&gt; ::= "</a:t>
            </a:r>
            <a:r>
              <a:rPr lang="es-BO" sz="800" dirty="0" err="1"/>
              <a:t>entier</a:t>
            </a:r>
            <a:r>
              <a:rPr lang="es-BO" sz="800" dirty="0"/>
              <a:t>" | "</a:t>
            </a:r>
            <a:r>
              <a:rPr lang="es-BO" sz="800" dirty="0" err="1"/>
              <a:t>réel</a:t>
            </a:r>
            <a:r>
              <a:rPr lang="es-BO" sz="800" dirty="0"/>
              <a:t>" | "chaine"</a:t>
            </a:r>
          </a:p>
          <a:p>
            <a:r>
              <a:rPr lang="es-BO" sz="800" dirty="0"/>
              <a:t>&lt;identificador&gt; ::= &lt;letra&gt; { &lt;letra&gt; | &lt;digito&gt; }</a:t>
            </a:r>
          </a:p>
          <a:p>
            <a:r>
              <a:rPr lang="es-BO" sz="800" dirty="0"/>
              <a:t>&lt;numero&gt; ::= &lt;digito&gt; { &lt;digito&gt; }</a:t>
            </a:r>
          </a:p>
          <a:p>
            <a:r>
              <a:rPr lang="es-BO" sz="800" dirty="0"/>
              <a:t>&lt;sentencia&gt; ::= &lt;</a:t>
            </a:r>
            <a:r>
              <a:rPr lang="es-BO" sz="800" dirty="0" err="1"/>
              <a:t>declaracion</a:t>
            </a:r>
            <a:r>
              <a:rPr lang="es-BO" sz="800" dirty="0"/>
              <a:t>&gt;</a:t>
            </a:r>
          </a:p>
          <a:p>
            <a:r>
              <a:rPr lang="es-BO" sz="800" dirty="0"/>
              <a:t>              | &lt;</a:t>
            </a:r>
            <a:r>
              <a:rPr lang="es-BO" sz="800" dirty="0" err="1"/>
              <a:t>asignacion</a:t>
            </a:r>
            <a:r>
              <a:rPr lang="es-BO" sz="800" dirty="0"/>
              <a:t>&gt;</a:t>
            </a:r>
          </a:p>
          <a:p>
            <a:r>
              <a:rPr lang="es-BO" sz="800" dirty="0"/>
              <a:t>              | &lt;</a:t>
            </a:r>
            <a:r>
              <a:rPr lang="es-BO" sz="800" dirty="0" err="1"/>
              <a:t>entrada_salida</a:t>
            </a:r>
            <a:r>
              <a:rPr lang="es-BO" sz="800" dirty="0"/>
              <a:t>&gt;</a:t>
            </a:r>
          </a:p>
          <a:p>
            <a:r>
              <a:rPr lang="es-BO" sz="800" dirty="0"/>
              <a:t>              | &lt;condicional&gt;</a:t>
            </a:r>
          </a:p>
          <a:p>
            <a:r>
              <a:rPr lang="es-BO" sz="800" dirty="0"/>
              <a:t>              | &lt;</a:t>
            </a:r>
            <a:r>
              <a:rPr lang="es-BO" sz="800" dirty="0" err="1"/>
              <a:t>bucle_tantque</a:t>
            </a:r>
            <a:r>
              <a:rPr lang="es-BO" sz="800" dirty="0"/>
              <a:t>&gt;</a:t>
            </a:r>
          </a:p>
          <a:p>
            <a:r>
              <a:rPr lang="es-BO" sz="800" dirty="0"/>
              <a:t>              | &lt;</a:t>
            </a:r>
            <a:r>
              <a:rPr lang="es-BO" sz="800" dirty="0" err="1"/>
              <a:t>bucle_pour</a:t>
            </a:r>
            <a:r>
              <a:rPr lang="es-BO" sz="800" dirty="0"/>
              <a:t>&gt;</a:t>
            </a:r>
          </a:p>
          <a:p>
            <a:r>
              <a:rPr lang="es-BO" sz="800" dirty="0"/>
              <a:t>&lt;</a:t>
            </a:r>
            <a:r>
              <a:rPr lang="es-BO" sz="800" dirty="0" err="1"/>
              <a:t>declaracion</a:t>
            </a:r>
            <a:r>
              <a:rPr lang="es-BO" sz="800" dirty="0"/>
              <a:t>&gt; ::= &lt;tipo&gt; &lt;identificador&gt; ";"</a:t>
            </a:r>
          </a:p>
          <a:p>
            <a:r>
              <a:rPr lang="es-BO" sz="800" dirty="0"/>
              <a:t>                | &lt;tipo&gt; &lt;identificador&gt; "=" &lt;</a:t>
            </a:r>
            <a:r>
              <a:rPr lang="es-BO" sz="800" dirty="0" err="1"/>
              <a:t>expresion</a:t>
            </a:r>
            <a:r>
              <a:rPr lang="es-BO" sz="800" dirty="0"/>
              <a:t>&gt; ";"</a:t>
            </a:r>
          </a:p>
          <a:p>
            <a:r>
              <a:rPr lang="es-BO" sz="800" dirty="0"/>
              <a:t>&lt;</a:t>
            </a:r>
            <a:r>
              <a:rPr lang="es-BO" sz="800" dirty="0" err="1"/>
              <a:t>asignacion</a:t>
            </a:r>
            <a:r>
              <a:rPr lang="es-BO" sz="800" dirty="0"/>
              <a:t>&gt; ::= &lt;identificador&gt; "=" &lt;</a:t>
            </a:r>
            <a:r>
              <a:rPr lang="es-BO" sz="800" dirty="0" err="1"/>
              <a:t>expresion</a:t>
            </a:r>
            <a:r>
              <a:rPr lang="es-BO" sz="800" dirty="0"/>
              <a:t>&gt; ";"</a:t>
            </a:r>
          </a:p>
          <a:p>
            <a:r>
              <a:rPr lang="es-BO" sz="800" dirty="0"/>
              <a:t>&lt;</a:t>
            </a:r>
            <a:r>
              <a:rPr lang="es-BO" sz="800" dirty="0" err="1"/>
              <a:t>entrada_salida</a:t>
            </a:r>
            <a:r>
              <a:rPr lang="es-BO" sz="800" dirty="0"/>
              <a:t>&gt; ::= "</a:t>
            </a:r>
            <a:r>
              <a:rPr lang="es-BO" sz="800" dirty="0" err="1"/>
              <a:t>afficher</a:t>
            </a:r>
            <a:r>
              <a:rPr lang="es-BO" sz="800" dirty="0"/>
              <a:t>" "&lt;&lt;" &lt;</a:t>
            </a:r>
            <a:r>
              <a:rPr lang="es-BO" sz="800" dirty="0" err="1"/>
              <a:t>expresion_salida</a:t>
            </a:r>
            <a:r>
              <a:rPr lang="es-BO" sz="800" dirty="0"/>
              <a:t>&gt; ";"</a:t>
            </a:r>
          </a:p>
          <a:p>
            <a:r>
              <a:rPr lang="es-BO" sz="800" dirty="0"/>
              <a:t>                   | "</a:t>
            </a:r>
            <a:r>
              <a:rPr lang="es-BO" sz="800" dirty="0" err="1"/>
              <a:t>lire</a:t>
            </a:r>
            <a:r>
              <a:rPr lang="es-BO" sz="800" dirty="0"/>
              <a:t>" "&gt;&gt;" &lt;identificador&gt; ";"</a:t>
            </a:r>
          </a:p>
          <a:p>
            <a:r>
              <a:rPr lang="es-BO" sz="800" dirty="0"/>
              <a:t>&lt;</a:t>
            </a:r>
            <a:r>
              <a:rPr lang="es-BO" sz="800" dirty="0" err="1"/>
              <a:t>expresion_salida</a:t>
            </a:r>
            <a:r>
              <a:rPr lang="es-BO" sz="800" dirty="0"/>
              <a:t>&gt; ::= &lt;cadena&gt; | &lt;identificador&gt; | &lt;numero&gt;</a:t>
            </a:r>
          </a:p>
          <a:p>
            <a:r>
              <a:rPr lang="es-BO" sz="800" dirty="0"/>
              <a:t>&lt;condicional&gt; ::= "si" "(" &lt;</a:t>
            </a:r>
            <a:r>
              <a:rPr lang="es-BO" sz="800" dirty="0" err="1"/>
              <a:t>bool</a:t>
            </a:r>
            <a:r>
              <a:rPr lang="es-BO" sz="800" dirty="0"/>
              <a:t>&gt; ")" "{" &lt;</a:t>
            </a:r>
            <a:r>
              <a:rPr lang="es-BO" sz="800" dirty="0" err="1"/>
              <a:t>codigo</a:t>
            </a:r>
            <a:r>
              <a:rPr lang="es-BO" sz="800" dirty="0"/>
              <a:t>&gt; "}" &lt;</a:t>
            </a:r>
            <a:r>
              <a:rPr lang="es-BO" sz="800" dirty="0" err="1"/>
              <a:t>sino_opcional</a:t>
            </a:r>
            <a:r>
              <a:rPr lang="es-BO" sz="800" dirty="0"/>
              <a:t>&gt;</a:t>
            </a:r>
          </a:p>
          <a:p>
            <a:r>
              <a:rPr lang="es-BO" sz="800" dirty="0"/>
              <a:t>&lt;</a:t>
            </a:r>
            <a:r>
              <a:rPr lang="es-BO" sz="800" dirty="0" err="1"/>
              <a:t>sino_opcional</a:t>
            </a:r>
            <a:r>
              <a:rPr lang="es-BO" sz="800" dirty="0"/>
              <a:t>&gt; ::= "</a:t>
            </a:r>
            <a:r>
              <a:rPr lang="es-BO" sz="800" dirty="0" err="1"/>
              <a:t>sinon</a:t>
            </a:r>
            <a:r>
              <a:rPr lang="es-BO" sz="800" dirty="0"/>
              <a:t>" "{" &lt;</a:t>
            </a:r>
            <a:r>
              <a:rPr lang="es-BO" sz="800" dirty="0" err="1"/>
              <a:t>codigo</a:t>
            </a:r>
            <a:r>
              <a:rPr lang="es-BO" sz="800" dirty="0"/>
              <a:t>&gt; "}" | </a:t>
            </a:r>
            <a:r>
              <a:rPr lang="el-GR" sz="800" dirty="0"/>
              <a:t>λ</a:t>
            </a:r>
          </a:p>
          <a:p>
            <a:r>
              <a:rPr lang="el-GR" sz="800" dirty="0"/>
              <a:t>&lt;</a:t>
            </a:r>
            <a:r>
              <a:rPr lang="es-BO" sz="800" dirty="0" err="1"/>
              <a:t>bucle_tantque</a:t>
            </a:r>
            <a:r>
              <a:rPr lang="es-BO" sz="800" dirty="0"/>
              <a:t>&gt; ::= "</a:t>
            </a:r>
            <a:r>
              <a:rPr lang="es-BO" sz="800" dirty="0" err="1"/>
              <a:t>tantque</a:t>
            </a:r>
            <a:r>
              <a:rPr lang="es-BO" sz="800" dirty="0"/>
              <a:t>" "(" &lt;</a:t>
            </a:r>
            <a:r>
              <a:rPr lang="es-BO" sz="800" dirty="0" err="1"/>
              <a:t>bool</a:t>
            </a:r>
            <a:r>
              <a:rPr lang="es-BO" sz="800" dirty="0"/>
              <a:t>&gt; ")" "{" &lt;</a:t>
            </a:r>
            <a:r>
              <a:rPr lang="es-BO" sz="800" dirty="0" err="1"/>
              <a:t>codigo</a:t>
            </a:r>
            <a:r>
              <a:rPr lang="es-BO" sz="800" dirty="0"/>
              <a:t>&gt; "}"</a:t>
            </a:r>
          </a:p>
          <a:p>
            <a:r>
              <a:rPr lang="es-BO" sz="800" dirty="0"/>
              <a:t>&lt;</a:t>
            </a:r>
            <a:r>
              <a:rPr lang="es-BO" sz="800" dirty="0" err="1"/>
              <a:t>bucle_pour</a:t>
            </a:r>
            <a:r>
              <a:rPr lang="es-BO" sz="800" dirty="0"/>
              <a:t>&gt; ::= "</a:t>
            </a:r>
            <a:r>
              <a:rPr lang="es-BO" sz="800" dirty="0" err="1"/>
              <a:t>pour</a:t>
            </a:r>
            <a:r>
              <a:rPr lang="es-BO" sz="800" dirty="0"/>
              <a:t>" "(" &lt;</a:t>
            </a:r>
            <a:r>
              <a:rPr lang="es-BO" sz="800" dirty="0" err="1"/>
              <a:t>asignacion_simple</a:t>
            </a:r>
            <a:r>
              <a:rPr lang="es-BO" sz="800" dirty="0"/>
              <a:t>&gt; &lt;</a:t>
            </a:r>
            <a:r>
              <a:rPr lang="es-BO" sz="800" dirty="0" err="1"/>
              <a:t>bool</a:t>
            </a:r>
            <a:r>
              <a:rPr lang="es-BO" sz="800" dirty="0"/>
              <a:t>&gt; ";" &lt;incremento&gt; ")" "{" &lt;</a:t>
            </a:r>
            <a:r>
              <a:rPr lang="es-BO" sz="800" dirty="0" err="1"/>
              <a:t>codigo</a:t>
            </a:r>
            <a:r>
              <a:rPr lang="es-BO" sz="800" dirty="0"/>
              <a:t>&gt; "}"</a:t>
            </a:r>
          </a:p>
          <a:p>
            <a:r>
              <a:rPr lang="es-BO" sz="800" dirty="0"/>
              <a:t>&lt;</a:t>
            </a:r>
            <a:r>
              <a:rPr lang="es-BO" sz="800" dirty="0" err="1"/>
              <a:t>asignacion_simple</a:t>
            </a:r>
            <a:r>
              <a:rPr lang="es-BO" sz="800" dirty="0"/>
              <a:t>&gt; ::= &lt;tipo&gt; &lt;identificador&gt; "=" &lt;numero&gt; ";" </a:t>
            </a:r>
          </a:p>
          <a:p>
            <a:r>
              <a:rPr lang="es-BO" sz="800" dirty="0"/>
              <a:t>| &lt;identificador&gt; "=" &lt;numero&gt; ";"</a:t>
            </a:r>
          </a:p>
          <a:p>
            <a:r>
              <a:rPr lang="es-BO" sz="800" dirty="0"/>
              <a:t>&lt;incremento&gt; ::= &lt;identificador&gt; "=" &lt;identificador&gt; "+" &lt;numero&gt; | &lt;identificador&gt; "++"</a:t>
            </a:r>
          </a:p>
          <a:p>
            <a:r>
              <a:rPr lang="es-BO" sz="800" dirty="0"/>
              <a:t>&lt;</a:t>
            </a:r>
            <a:r>
              <a:rPr lang="es-BO" sz="800" dirty="0" err="1"/>
              <a:t>expresion</a:t>
            </a:r>
            <a:r>
              <a:rPr lang="es-BO" sz="800" dirty="0"/>
              <a:t>&gt; ::= &lt;termino&gt; | &lt;termino&gt; &lt;</a:t>
            </a:r>
            <a:r>
              <a:rPr lang="es-BO" sz="800" dirty="0" err="1"/>
              <a:t>op_arit</a:t>
            </a:r>
            <a:r>
              <a:rPr lang="es-BO" sz="800" dirty="0"/>
              <a:t>&gt; &lt;</a:t>
            </a:r>
            <a:r>
              <a:rPr lang="es-BO" sz="800" dirty="0" err="1"/>
              <a:t>expresion</a:t>
            </a:r>
            <a:r>
              <a:rPr lang="es-BO" sz="800" dirty="0"/>
              <a:t>&gt; | "(" &lt;</a:t>
            </a:r>
            <a:r>
              <a:rPr lang="es-BO" sz="800" dirty="0" err="1"/>
              <a:t>expresion</a:t>
            </a:r>
            <a:r>
              <a:rPr lang="es-BO" sz="800" dirty="0"/>
              <a:t>&gt; ")"</a:t>
            </a:r>
          </a:p>
          <a:p>
            <a:r>
              <a:rPr lang="es-BO" sz="800" dirty="0"/>
              <a:t>&lt;</a:t>
            </a:r>
            <a:r>
              <a:rPr lang="es-BO" sz="800" dirty="0" err="1"/>
              <a:t>op_arit</a:t>
            </a:r>
            <a:r>
              <a:rPr lang="es-BO" sz="800" dirty="0"/>
              <a:t>&gt; ::= "+" | "-" | "*" | "/"</a:t>
            </a:r>
          </a:p>
          <a:p>
            <a:r>
              <a:rPr lang="es-BO" sz="800" dirty="0"/>
              <a:t>&lt;</a:t>
            </a:r>
            <a:r>
              <a:rPr lang="es-BO" sz="800" dirty="0" err="1"/>
              <a:t>bool</a:t>
            </a:r>
            <a:r>
              <a:rPr lang="es-BO" sz="800" dirty="0"/>
              <a:t>&gt; ::= &lt;</a:t>
            </a:r>
            <a:r>
              <a:rPr lang="es-BO" sz="800" dirty="0" err="1"/>
              <a:t>expresion</a:t>
            </a:r>
            <a:r>
              <a:rPr lang="es-BO" sz="800" dirty="0"/>
              <a:t>&gt; &lt;</a:t>
            </a:r>
            <a:r>
              <a:rPr lang="es-BO" sz="800" dirty="0" err="1"/>
              <a:t>comparacion</a:t>
            </a:r>
            <a:r>
              <a:rPr lang="es-BO" sz="800" dirty="0"/>
              <a:t>&gt; &lt;</a:t>
            </a:r>
            <a:r>
              <a:rPr lang="es-BO" sz="800" dirty="0" err="1"/>
              <a:t>expresion</a:t>
            </a:r>
            <a:r>
              <a:rPr lang="es-BO" sz="800" dirty="0"/>
              <a:t>&gt;</a:t>
            </a:r>
          </a:p>
          <a:p>
            <a:r>
              <a:rPr lang="es-BO" sz="800" dirty="0"/>
              <a:t>&lt;</a:t>
            </a:r>
            <a:r>
              <a:rPr lang="es-BO" sz="800" dirty="0" err="1"/>
              <a:t>comparacion</a:t>
            </a:r>
            <a:r>
              <a:rPr lang="es-BO" sz="800" dirty="0"/>
              <a:t>&gt; ::= "&gt;" | "&lt;" | "==" | "!=" | "&gt;=" | "&lt;="</a:t>
            </a:r>
          </a:p>
          <a:p>
            <a:br>
              <a:rPr lang="es-BO" sz="800" dirty="0"/>
            </a:br>
            <a:endParaRPr lang="es-ES" sz="800" noProof="0" dirty="0"/>
          </a:p>
        </p:txBody>
      </p:sp>
      <p:sp>
        <p:nvSpPr>
          <p:cNvPr id="500" name="Google Shape;500;p38">
            <a:extLst>
              <a:ext uri="{FF2B5EF4-FFF2-40B4-BE49-F238E27FC236}">
                <a16:creationId xmlns:a16="http://schemas.microsoft.com/office/drawing/2014/main" id="{B82FF9E6-5D64-4AE0-3D17-D541CBAA95A1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529691" y="582725"/>
            <a:ext cx="27894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BNF</a:t>
            </a:r>
            <a:endParaRPr lang="es-ES" noProof="0" dirty="0"/>
          </a:p>
        </p:txBody>
      </p:sp>
      <p:sp>
        <p:nvSpPr>
          <p:cNvPr id="501" name="Google Shape;501;p38">
            <a:extLst>
              <a:ext uri="{FF2B5EF4-FFF2-40B4-BE49-F238E27FC236}">
                <a16:creationId xmlns:a16="http://schemas.microsoft.com/office/drawing/2014/main" id="{4F894EC5-B2DE-353C-2F85-3E4A9B5384A1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5824911" y="630656"/>
            <a:ext cx="27894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EBNF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6725945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>
          <a:extLst>
            <a:ext uri="{FF2B5EF4-FFF2-40B4-BE49-F238E27FC236}">
              <a16:creationId xmlns:a16="http://schemas.microsoft.com/office/drawing/2014/main" id="{8347A705-6D3F-7181-A716-BFB0C7DFD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6">
            <a:extLst>
              <a:ext uri="{FF2B5EF4-FFF2-40B4-BE49-F238E27FC236}">
                <a16:creationId xmlns:a16="http://schemas.microsoft.com/office/drawing/2014/main" id="{6CCA94D3-6A60-4E8B-452C-5E6586EEF0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lt2"/>
                </a:solidFill>
              </a:rPr>
              <a:t>Diagramas de Conway</a:t>
            </a:r>
            <a:endParaRPr lang="es-ES" noProof="0" dirty="0">
              <a:solidFill>
                <a:schemeClr val="lt2"/>
              </a:solidFill>
            </a:endParaRPr>
          </a:p>
        </p:txBody>
      </p:sp>
      <p:sp>
        <p:nvSpPr>
          <p:cNvPr id="433" name="Google Shape;433;p36">
            <a:extLst>
              <a:ext uri="{FF2B5EF4-FFF2-40B4-BE49-F238E27FC236}">
                <a16:creationId xmlns:a16="http://schemas.microsoft.com/office/drawing/2014/main" id="{8C797110-29B4-5D38-1927-33A0792A3DE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93613" y="818525"/>
            <a:ext cx="8378080" cy="3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/>
              <a:t>Algunos de los diagramas de Conway son los siguientes</a:t>
            </a:r>
          </a:p>
        </p:txBody>
      </p:sp>
      <p:sp>
        <p:nvSpPr>
          <p:cNvPr id="448" name="Google Shape;448;p36">
            <a:extLst>
              <a:ext uri="{FF2B5EF4-FFF2-40B4-BE49-F238E27FC236}">
                <a16:creationId xmlns:a16="http://schemas.microsoft.com/office/drawing/2014/main" id="{988710B2-4D5E-2DD1-7398-F1E99E2953A8}"/>
              </a:ext>
            </a:extLst>
          </p:cNvPr>
          <p:cNvSpPr txBox="1"/>
          <p:nvPr/>
        </p:nvSpPr>
        <p:spPr>
          <a:xfrm>
            <a:off x="6717450" y="4008025"/>
            <a:ext cx="5193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sz="5000" noProof="0" dirty="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49" name="Google Shape;449;p36">
            <a:extLst>
              <a:ext uri="{FF2B5EF4-FFF2-40B4-BE49-F238E27FC236}">
                <a16:creationId xmlns:a16="http://schemas.microsoft.com/office/drawing/2014/main" id="{087A71C3-7469-D169-5C44-03B2A313B369}"/>
              </a:ext>
            </a:extLst>
          </p:cNvPr>
          <p:cNvSpPr txBox="1"/>
          <p:nvPr/>
        </p:nvSpPr>
        <p:spPr>
          <a:xfrm>
            <a:off x="7407075" y="4221025"/>
            <a:ext cx="976200" cy="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es-ES" sz="5000" noProof="0" dirty="0">
              <a:solidFill>
                <a:schemeClr val="accent2"/>
              </a:solidFill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4BE2233B-7994-70D9-8C14-B44ACD78E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977" y="1348576"/>
            <a:ext cx="2421629" cy="1204893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69152C7E-54AA-87D8-4242-5029CA8B91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056" y="2639342"/>
            <a:ext cx="2986405" cy="1073785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5FC99E71-B7BC-E619-EE3A-5916BE09FB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0256" y="3772907"/>
            <a:ext cx="1848004" cy="126379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1B9A5F0-4FAE-2F86-8CBD-FFFF759F10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3827" y="1391225"/>
            <a:ext cx="2986405" cy="95758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FEB1B1E-4FDF-093D-5AEF-A26BCF1888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2495202"/>
            <a:ext cx="3601792" cy="1362064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0FE0170-D494-0D6E-8D96-B0FABFFE7C2A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478" r="1"/>
          <a:stretch/>
        </p:blipFill>
        <p:spPr bwMode="auto">
          <a:xfrm>
            <a:off x="4087906" y="4221025"/>
            <a:ext cx="4720495" cy="39988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1674805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>
          <a:extLst>
            <a:ext uri="{FF2B5EF4-FFF2-40B4-BE49-F238E27FC236}">
              <a16:creationId xmlns:a16="http://schemas.microsoft.com/office/drawing/2014/main" id="{9B9159F9-D400-F56F-1AB3-C230E55E8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9">
            <a:extLst>
              <a:ext uri="{FF2B5EF4-FFF2-40B4-BE49-F238E27FC236}">
                <a16:creationId xmlns:a16="http://schemas.microsoft.com/office/drawing/2014/main" id="{D6CDED5A-F2F2-233E-7953-019015A4BD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/>
              <a:t>Analizador léxico</a:t>
            </a:r>
            <a:endParaRPr lang="es-ES" noProof="0" dirty="0">
              <a:solidFill>
                <a:schemeClr val="accent4"/>
              </a:solidFill>
            </a:endParaRPr>
          </a:p>
        </p:txBody>
      </p:sp>
      <p:sp>
        <p:nvSpPr>
          <p:cNvPr id="527" name="Google Shape;527;p39">
            <a:extLst>
              <a:ext uri="{FF2B5EF4-FFF2-40B4-BE49-F238E27FC236}">
                <a16:creationId xmlns:a16="http://schemas.microsoft.com/office/drawing/2014/main" id="{C480A950-7EB0-FE54-6763-CCDB46C347E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6659" y="849508"/>
            <a:ext cx="24168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/>
              <a:t>Literales</a:t>
            </a:r>
          </a:p>
        </p:txBody>
      </p:sp>
      <p:sp>
        <p:nvSpPr>
          <p:cNvPr id="528" name="Google Shape;528;p39">
            <a:extLst>
              <a:ext uri="{FF2B5EF4-FFF2-40B4-BE49-F238E27FC236}">
                <a16:creationId xmlns:a16="http://schemas.microsoft.com/office/drawing/2014/main" id="{3A6DE008-FEFF-E021-8FA8-9EDC960A1ADC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0" y="2607824"/>
            <a:ext cx="2980858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Identificadores</a:t>
            </a:r>
            <a:endParaRPr lang="es-ES" noProof="0" dirty="0"/>
          </a:p>
        </p:txBody>
      </p:sp>
      <p:sp>
        <p:nvSpPr>
          <p:cNvPr id="529" name="Google Shape;529;p39">
            <a:extLst>
              <a:ext uri="{FF2B5EF4-FFF2-40B4-BE49-F238E27FC236}">
                <a16:creationId xmlns:a16="http://schemas.microsoft.com/office/drawing/2014/main" id="{BE7BD76A-A959-190E-0D0A-5CAAAD77F45F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389300" y="951318"/>
            <a:ext cx="4828367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/>
              <a:t>Palabras reservadas</a:t>
            </a:r>
          </a:p>
        </p:txBody>
      </p:sp>
      <p:sp>
        <p:nvSpPr>
          <p:cNvPr id="2" name="Google Shape;529;p39">
            <a:extLst>
              <a:ext uri="{FF2B5EF4-FFF2-40B4-BE49-F238E27FC236}">
                <a16:creationId xmlns:a16="http://schemas.microsoft.com/office/drawing/2014/main" id="{6C7F8148-EED9-DF69-C004-67BA18D3F639}"/>
              </a:ext>
            </a:extLst>
          </p:cNvPr>
          <p:cNvSpPr txBox="1">
            <a:spLocks/>
          </p:cNvSpPr>
          <p:nvPr/>
        </p:nvSpPr>
        <p:spPr>
          <a:xfrm>
            <a:off x="2534510" y="681290"/>
            <a:ext cx="4922913" cy="6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s-ES" dirty="0"/>
              <a:t>Codificación de tokens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3DDD147-F308-2DE2-8885-86E9245265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86" y="1544911"/>
            <a:ext cx="3016340" cy="102683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D91C7922-7651-429F-FA92-3B9B33702F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86" y="3419115"/>
            <a:ext cx="2980858" cy="440002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3B41521F-4642-F715-0DC9-5761222F29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259" y="1544911"/>
            <a:ext cx="2416800" cy="2244990"/>
          </a:xfrm>
          <a:prstGeom prst="rect">
            <a:avLst/>
          </a:prstGeom>
        </p:spPr>
      </p:pic>
      <p:sp>
        <p:nvSpPr>
          <p:cNvPr id="18" name="Google Shape;527;p39">
            <a:extLst>
              <a:ext uri="{FF2B5EF4-FFF2-40B4-BE49-F238E27FC236}">
                <a16:creationId xmlns:a16="http://schemas.microsoft.com/office/drawing/2014/main" id="{25EA933B-A38B-B506-6C76-F5F9FB807A9E}"/>
              </a:ext>
            </a:extLst>
          </p:cNvPr>
          <p:cNvSpPr txBox="1">
            <a:spLocks/>
          </p:cNvSpPr>
          <p:nvPr/>
        </p:nvSpPr>
        <p:spPr>
          <a:xfrm>
            <a:off x="6426119" y="967652"/>
            <a:ext cx="2416800" cy="6600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marL="171450" lvl="0" indent="-171450" algn="l" defTabSz="6858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514350" lvl="1" indent="-17145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857250" lvl="2" indent="-17145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200150" lvl="3" indent="-17145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543050" lvl="4" indent="-17145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1885950" lvl="5" indent="-17145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228850" lvl="6" indent="-17145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2571750" lvl="7" indent="-17145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2914650" lvl="8" indent="-17145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s-ES" dirty="0"/>
              <a:t>Símbolos</a:t>
            </a: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EE17FB74-4445-EEB9-AC88-087DAA0FA5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9023" y="1560304"/>
            <a:ext cx="2416800" cy="2631878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51D1F193-53B8-2693-473E-3CF8A4A4A1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9024" y="4175848"/>
            <a:ext cx="2416799" cy="926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3516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>
          <a:extLst>
            <a:ext uri="{FF2B5EF4-FFF2-40B4-BE49-F238E27FC236}">
              <a16:creationId xmlns:a16="http://schemas.microsoft.com/office/drawing/2014/main" id="{95AA5DBB-D929-31C6-E367-D47FAE155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7">
            <a:extLst>
              <a:ext uri="{FF2B5EF4-FFF2-40B4-BE49-F238E27FC236}">
                <a16:creationId xmlns:a16="http://schemas.microsoft.com/office/drawing/2014/main" id="{8BF806C6-AFE6-3ACA-DEEB-FF7E1B8484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/>
              <a:t>Diseño del autómata</a:t>
            </a:r>
            <a:endParaRPr lang="es-ES" noProof="0" dirty="0">
              <a:solidFill>
                <a:schemeClr val="accent4"/>
              </a:solidFill>
            </a:endParaRPr>
          </a:p>
        </p:txBody>
      </p:sp>
      <p:grpSp>
        <p:nvGrpSpPr>
          <p:cNvPr id="456" name="Google Shape;456;p37">
            <a:extLst>
              <a:ext uri="{FF2B5EF4-FFF2-40B4-BE49-F238E27FC236}">
                <a16:creationId xmlns:a16="http://schemas.microsoft.com/office/drawing/2014/main" id="{AA47654C-9040-BB21-A9C2-7A1C35D863DE}"/>
              </a:ext>
            </a:extLst>
          </p:cNvPr>
          <p:cNvGrpSpPr/>
          <p:nvPr/>
        </p:nvGrpSpPr>
        <p:grpSpPr>
          <a:xfrm>
            <a:off x="321967" y="1337250"/>
            <a:ext cx="2415354" cy="3413475"/>
            <a:chOff x="719992" y="1135488"/>
            <a:chExt cx="2415354" cy="3413475"/>
          </a:xfrm>
        </p:grpSpPr>
        <p:sp>
          <p:nvSpPr>
            <p:cNvPr id="457" name="Google Shape;457;p37">
              <a:extLst>
                <a:ext uri="{FF2B5EF4-FFF2-40B4-BE49-F238E27FC236}">
                  <a16:creationId xmlns:a16="http://schemas.microsoft.com/office/drawing/2014/main" id="{22D1338F-2C28-B5E5-3005-7172264AA108}"/>
                </a:ext>
              </a:extLst>
            </p:cNvPr>
            <p:cNvSpPr/>
            <p:nvPr/>
          </p:nvSpPr>
          <p:spPr>
            <a:xfrm>
              <a:off x="719992" y="11440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58" name="Google Shape;458;p37">
              <a:extLst>
                <a:ext uri="{FF2B5EF4-FFF2-40B4-BE49-F238E27FC236}">
                  <a16:creationId xmlns:a16="http://schemas.microsoft.com/office/drawing/2014/main" id="{B83930B6-7DEF-1A2D-E4E2-DB098935149B}"/>
                </a:ext>
              </a:extLst>
            </p:cNvPr>
            <p:cNvSpPr/>
            <p:nvPr/>
          </p:nvSpPr>
          <p:spPr>
            <a:xfrm>
              <a:off x="1206317" y="113548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59" name="Google Shape;459;p37">
              <a:extLst>
                <a:ext uri="{FF2B5EF4-FFF2-40B4-BE49-F238E27FC236}">
                  <a16:creationId xmlns:a16="http://schemas.microsoft.com/office/drawing/2014/main" id="{F2D462FF-ABF2-BFA7-D953-43ED6103ED2C}"/>
                </a:ext>
              </a:extLst>
            </p:cNvPr>
            <p:cNvSpPr/>
            <p:nvPr/>
          </p:nvSpPr>
          <p:spPr>
            <a:xfrm>
              <a:off x="719992" y="145628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60" name="Google Shape;460;p37">
              <a:extLst>
                <a:ext uri="{FF2B5EF4-FFF2-40B4-BE49-F238E27FC236}">
                  <a16:creationId xmlns:a16="http://schemas.microsoft.com/office/drawing/2014/main" id="{D6762308-D07D-9E9B-9C55-203D372B7DC2}"/>
                </a:ext>
              </a:extLst>
            </p:cNvPr>
            <p:cNvSpPr/>
            <p:nvPr/>
          </p:nvSpPr>
          <p:spPr>
            <a:xfrm>
              <a:off x="719992" y="17830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61" name="Google Shape;461;p37">
              <a:extLst>
                <a:ext uri="{FF2B5EF4-FFF2-40B4-BE49-F238E27FC236}">
                  <a16:creationId xmlns:a16="http://schemas.microsoft.com/office/drawing/2014/main" id="{9F4B9C7C-29EA-1C48-3F90-A0AAD6AFCCCF}"/>
                </a:ext>
              </a:extLst>
            </p:cNvPr>
            <p:cNvSpPr/>
            <p:nvPr/>
          </p:nvSpPr>
          <p:spPr>
            <a:xfrm>
              <a:off x="719992" y="21097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62" name="Google Shape;462;p37">
              <a:extLst>
                <a:ext uri="{FF2B5EF4-FFF2-40B4-BE49-F238E27FC236}">
                  <a16:creationId xmlns:a16="http://schemas.microsoft.com/office/drawing/2014/main" id="{DDBFFBFF-FC25-433E-CA5A-811119CC1A60}"/>
                </a:ext>
              </a:extLst>
            </p:cNvPr>
            <p:cNvSpPr/>
            <p:nvPr/>
          </p:nvSpPr>
          <p:spPr>
            <a:xfrm>
              <a:off x="1154846" y="2109738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63" name="Google Shape;463;p37">
              <a:extLst>
                <a:ext uri="{FF2B5EF4-FFF2-40B4-BE49-F238E27FC236}">
                  <a16:creationId xmlns:a16="http://schemas.microsoft.com/office/drawing/2014/main" id="{28C63544-3D18-3B5F-4B66-07CD47ED6DDD}"/>
                </a:ext>
              </a:extLst>
            </p:cNvPr>
            <p:cNvSpPr/>
            <p:nvPr/>
          </p:nvSpPr>
          <p:spPr>
            <a:xfrm>
              <a:off x="1689227" y="21097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64" name="Google Shape;464;p37">
              <a:extLst>
                <a:ext uri="{FF2B5EF4-FFF2-40B4-BE49-F238E27FC236}">
                  <a16:creationId xmlns:a16="http://schemas.microsoft.com/office/drawing/2014/main" id="{21EB17CF-BF8D-AF17-DD5D-67986C231767}"/>
                </a:ext>
              </a:extLst>
            </p:cNvPr>
            <p:cNvSpPr/>
            <p:nvPr/>
          </p:nvSpPr>
          <p:spPr>
            <a:xfrm>
              <a:off x="719992" y="242031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65" name="Google Shape;465;p37">
              <a:extLst>
                <a:ext uri="{FF2B5EF4-FFF2-40B4-BE49-F238E27FC236}">
                  <a16:creationId xmlns:a16="http://schemas.microsoft.com/office/drawing/2014/main" id="{5484D86D-0D7A-3620-ABDE-A5203304705B}"/>
                </a:ext>
              </a:extLst>
            </p:cNvPr>
            <p:cNvSpPr/>
            <p:nvPr/>
          </p:nvSpPr>
          <p:spPr>
            <a:xfrm>
              <a:off x="719992" y="27631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66" name="Google Shape;466;p37">
              <a:extLst>
                <a:ext uri="{FF2B5EF4-FFF2-40B4-BE49-F238E27FC236}">
                  <a16:creationId xmlns:a16="http://schemas.microsoft.com/office/drawing/2014/main" id="{847247BD-CB0B-3187-B5AD-32585A0ED754}"/>
                </a:ext>
              </a:extLst>
            </p:cNvPr>
            <p:cNvSpPr/>
            <p:nvPr/>
          </p:nvSpPr>
          <p:spPr>
            <a:xfrm>
              <a:off x="719992" y="30720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67" name="Google Shape;467;p37">
              <a:extLst>
                <a:ext uri="{FF2B5EF4-FFF2-40B4-BE49-F238E27FC236}">
                  <a16:creationId xmlns:a16="http://schemas.microsoft.com/office/drawing/2014/main" id="{31EDFCCF-3F44-E736-B021-ED2AA3100F25}"/>
                </a:ext>
              </a:extLst>
            </p:cNvPr>
            <p:cNvSpPr/>
            <p:nvPr/>
          </p:nvSpPr>
          <p:spPr>
            <a:xfrm>
              <a:off x="719992" y="338101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68" name="Google Shape;468;p37">
              <a:extLst>
                <a:ext uri="{FF2B5EF4-FFF2-40B4-BE49-F238E27FC236}">
                  <a16:creationId xmlns:a16="http://schemas.microsoft.com/office/drawing/2014/main" id="{D3D6D60B-7327-5173-B48D-2B76B5F2C3FD}"/>
                </a:ext>
              </a:extLst>
            </p:cNvPr>
            <p:cNvSpPr/>
            <p:nvPr/>
          </p:nvSpPr>
          <p:spPr>
            <a:xfrm>
              <a:off x="733714" y="4161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69" name="Google Shape;469;p37">
              <a:extLst>
                <a:ext uri="{FF2B5EF4-FFF2-40B4-BE49-F238E27FC236}">
                  <a16:creationId xmlns:a16="http://schemas.microsoft.com/office/drawing/2014/main" id="{2E16F33D-D1A6-5839-DED9-4D753B4041D8}"/>
                </a:ext>
              </a:extLst>
            </p:cNvPr>
            <p:cNvSpPr/>
            <p:nvPr/>
          </p:nvSpPr>
          <p:spPr>
            <a:xfrm>
              <a:off x="1154846" y="242031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70" name="Google Shape;470;p37">
              <a:extLst>
                <a:ext uri="{FF2B5EF4-FFF2-40B4-BE49-F238E27FC236}">
                  <a16:creationId xmlns:a16="http://schemas.microsoft.com/office/drawing/2014/main" id="{03576729-E805-1C6A-712A-0A5F02B23818}"/>
                </a:ext>
              </a:extLst>
            </p:cNvPr>
            <p:cNvSpPr/>
            <p:nvPr/>
          </p:nvSpPr>
          <p:spPr>
            <a:xfrm>
              <a:off x="1115907" y="27631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71" name="Google Shape;471;p37">
              <a:extLst>
                <a:ext uri="{FF2B5EF4-FFF2-40B4-BE49-F238E27FC236}">
                  <a16:creationId xmlns:a16="http://schemas.microsoft.com/office/drawing/2014/main" id="{F8A4CDCB-7769-0B09-4348-7A2F848D5FC0}"/>
                </a:ext>
              </a:extLst>
            </p:cNvPr>
            <p:cNvSpPr/>
            <p:nvPr/>
          </p:nvSpPr>
          <p:spPr>
            <a:xfrm>
              <a:off x="1154846" y="30720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72" name="Google Shape;472;p37">
              <a:extLst>
                <a:ext uri="{FF2B5EF4-FFF2-40B4-BE49-F238E27FC236}">
                  <a16:creationId xmlns:a16="http://schemas.microsoft.com/office/drawing/2014/main" id="{361B274F-91E4-712B-D867-3F5D7936079B}"/>
                </a:ext>
              </a:extLst>
            </p:cNvPr>
            <p:cNvSpPr/>
            <p:nvPr/>
          </p:nvSpPr>
          <p:spPr>
            <a:xfrm>
              <a:off x="1154846" y="33979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73" name="Google Shape;473;p37">
              <a:extLst>
                <a:ext uri="{FF2B5EF4-FFF2-40B4-BE49-F238E27FC236}">
                  <a16:creationId xmlns:a16="http://schemas.microsoft.com/office/drawing/2014/main" id="{763B021B-1E3D-18C4-8910-F3B705C6DAE9}"/>
                </a:ext>
              </a:extLst>
            </p:cNvPr>
            <p:cNvSpPr/>
            <p:nvPr/>
          </p:nvSpPr>
          <p:spPr>
            <a:xfrm>
              <a:off x="1154846" y="37238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74" name="Google Shape;474;p37">
              <a:extLst>
                <a:ext uri="{FF2B5EF4-FFF2-40B4-BE49-F238E27FC236}">
                  <a16:creationId xmlns:a16="http://schemas.microsoft.com/office/drawing/2014/main" id="{BAB7CA7B-1014-F8FC-5D0B-C4874C87A2F1}"/>
                </a:ext>
              </a:extLst>
            </p:cNvPr>
            <p:cNvSpPr/>
            <p:nvPr/>
          </p:nvSpPr>
          <p:spPr>
            <a:xfrm>
              <a:off x="1558536" y="242031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75" name="Google Shape;475;p37">
              <a:extLst>
                <a:ext uri="{FF2B5EF4-FFF2-40B4-BE49-F238E27FC236}">
                  <a16:creationId xmlns:a16="http://schemas.microsoft.com/office/drawing/2014/main" id="{6D401A3C-8D7B-459F-E88B-071C12037636}"/>
                </a:ext>
              </a:extLst>
            </p:cNvPr>
            <p:cNvSpPr/>
            <p:nvPr/>
          </p:nvSpPr>
          <p:spPr>
            <a:xfrm>
              <a:off x="1558536" y="2763163"/>
              <a:ext cx="884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76" name="Google Shape;476;p37">
              <a:extLst>
                <a:ext uri="{FF2B5EF4-FFF2-40B4-BE49-F238E27FC236}">
                  <a16:creationId xmlns:a16="http://schemas.microsoft.com/office/drawing/2014/main" id="{6093E0D8-D9C6-7EF1-D29B-77E918903698}"/>
                </a:ext>
              </a:extLst>
            </p:cNvPr>
            <p:cNvSpPr/>
            <p:nvPr/>
          </p:nvSpPr>
          <p:spPr>
            <a:xfrm>
              <a:off x="1589699" y="3072088"/>
              <a:ext cx="10299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77" name="Google Shape;477;p37">
              <a:extLst>
                <a:ext uri="{FF2B5EF4-FFF2-40B4-BE49-F238E27FC236}">
                  <a16:creationId xmlns:a16="http://schemas.microsoft.com/office/drawing/2014/main" id="{0AA3D17F-1CAC-B039-01F4-B0D63AA47A90}"/>
                </a:ext>
              </a:extLst>
            </p:cNvPr>
            <p:cNvSpPr/>
            <p:nvPr/>
          </p:nvSpPr>
          <p:spPr>
            <a:xfrm>
              <a:off x="1589699" y="3416588"/>
              <a:ext cx="1029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78" name="Google Shape;478;p37">
              <a:extLst>
                <a:ext uri="{FF2B5EF4-FFF2-40B4-BE49-F238E27FC236}">
                  <a16:creationId xmlns:a16="http://schemas.microsoft.com/office/drawing/2014/main" id="{61B9A17F-C110-17A8-C7CE-C10B1DB40E1B}"/>
                </a:ext>
              </a:extLst>
            </p:cNvPr>
            <p:cNvSpPr/>
            <p:nvPr/>
          </p:nvSpPr>
          <p:spPr>
            <a:xfrm>
              <a:off x="1589699" y="3723863"/>
              <a:ext cx="1029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79" name="Google Shape;479;p37">
              <a:extLst>
                <a:ext uri="{FF2B5EF4-FFF2-40B4-BE49-F238E27FC236}">
                  <a16:creationId xmlns:a16="http://schemas.microsoft.com/office/drawing/2014/main" id="{F2A1F85C-9717-3A5F-5C83-B94A993F3CE3}"/>
                </a:ext>
              </a:extLst>
            </p:cNvPr>
            <p:cNvSpPr/>
            <p:nvPr/>
          </p:nvSpPr>
          <p:spPr>
            <a:xfrm>
              <a:off x="2268127" y="2420313"/>
              <a:ext cx="5769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80" name="Google Shape;480;p37">
              <a:extLst>
                <a:ext uri="{FF2B5EF4-FFF2-40B4-BE49-F238E27FC236}">
                  <a16:creationId xmlns:a16="http://schemas.microsoft.com/office/drawing/2014/main" id="{D9479BBD-D8AE-03E3-52B0-37ED4F358155}"/>
                </a:ext>
              </a:extLst>
            </p:cNvPr>
            <p:cNvSpPr/>
            <p:nvPr/>
          </p:nvSpPr>
          <p:spPr>
            <a:xfrm>
              <a:off x="2558446" y="2746200"/>
              <a:ext cx="576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81" name="Google Shape;481;p37">
              <a:extLst>
                <a:ext uri="{FF2B5EF4-FFF2-40B4-BE49-F238E27FC236}">
                  <a16:creationId xmlns:a16="http://schemas.microsoft.com/office/drawing/2014/main" id="{4D75708F-BBF8-AB46-1B0C-B8272AC0DCEC}"/>
                </a:ext>
              </a:extLst>
            </p:cNvPr>
            <p:cNvSpPr/>
            <p:nvPr/>
          </p:nvSpPr>
          <p:spPr>
            <a:xfrm>
              <a:off x="2727100" y="30721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82" name="Google Shape;482;p37">
              <a:extLst>
                <a:ext uri="{FF2B5EF4-FFF2-40B4-BE49-F238E27FC236}">
                  <a16:creationId xmlns:a16="http://schemas.microsoft.com/office/drawing/2014/main" id="{2A0707DF-33B0-2442-F160-372B32E75E15}"/>
                </a:ext>
              </a:extLst>
            </p:cNvPr>
            <p:cNvSpPr/>
            <p:nvPr/>
          </p:nvSpPr>
          <p:spPr>
            <a:xfrm>
              <a:off x="2727100" y="37239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83" name="Google Shape;483;p37">
              <a:extLst>
                <a:ext uri="{FF2B5EF4-FFF2-40B4-BE49-F238E27FC236}">
                  <a16:creationId xmlns:a16="http://schemas.microsoft.com/office/drawing/2014/main" id="{26A292CE-6AE5-64CF-6401-EB364742C4C3}"/>
                </a:ext>
              </a:extLst>
            </p:cNvPr>
            <p:cNvSpPr/>
            <p:nvPr/>
          </p:nvSpPr>
          <p:spPr>
            <a:xfrm>
              <a:off x="733714" y="4401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84" name="Google Shape;484;p37">
              <a:extLst>
                <a:ext uri="{FF2B5EF4-FFF2-40B4-BE49-F238E27FC236}">
                  <a16:creationId xmlns:a16="http://schemas.microsoft.com/office/drawing/2014/main" id="{6B0ACEF4-9401-E3F6-F6A3-957B8FCE5CEA}"/>
                </a:ext>
              </a:extLst>
            </p:cNvPr>
            <p:cNvSpPr/>
            <p:nvPr/>
          </p:nvSpPr>
          <p:spPr>
            <a:xfrm>
              <a:off x="1634836" y="11473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85" name="Google Shape;485;p37">
              <a:extLst>
                <a:ext uri="{FF2B5EF4-FFF2-40B4-BE49-F238E27FC236}">
                  <a16:creationId xmlns:a16="http://schemas.microsoft.com/office/drawing/2014/main" id="{62441829-C2FF-2000-2A73-4CD433A204B4}"/>
                </a:ext>
              </a:extLst>
            </p:cNvPr>
            <p:cNvSpPr/>
            <p:nvPr/>
          </p:nvSpPr>
          <p:spPr>
            <a:xfrm>
              <a:off x="1206336" y="145631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86" name="Google Shape;486;p37">
              <a:extLst>
                <a:ext uri="{FF2B5EF4-FFF2-40B4-BE49-F238E27FC236}">
                  <a16:creationId xmlns:a16="http://schemas.microsoft.com/office/drawing/2014/main" id="{8D9B2D22-E1CF-B056-BB76-FE3438228C66}"/>
                </a:ext>
              </a:extLst>
            </p:cNvPr>
            <p:cNvSpPr/>
            <p:nvPr/>
          </p:nvSpPr>
          <p:spPr>
            <a:xfrm>
              <a:off x="1939636" y="14521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87" name="Google Shape;487;p37">
              <a:extLst>
                <a:ext uri="{FF2B5EF4-FFF2-40B4-BE49-F238E27FC236}">
                  <a16:creationId xmlns:a16="http://schemas.microsoft.com/office/drawing/2014/main" id="{695E6533-562C-4C82-269E-5C34679CEC3F}"/>
                </a:ext>
              </a:extLst>
            </p:cNvPr>
            <p:cNvSpPr/>
            <p:nvPr/>
          </p:nvSpPr>
          <p:spPr>
            <a:xfrm>
              <a:off x="1206329" y="178303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88" name="Google Shape;488;p37">
              <a:extLst>
                <a:ext uri="{FF2B5EF4-FFF2-40B4-BE49-F238E27FC236}">
                  <a16:creationId xmlns:a16="http://schemas.microsoft.com/office/drawing/2014/main" id="{278D7C1A-9090-D9F7-1530-79BF35BCBD2D}"/>
                </a:ext>
              </a:extLst>
            </p:cNvPr>
            <p:cNvSpPr/>
            <p:nvPr/>
          </p:nvSpPr>
          <p:spPr>
            <a:xfrm>
              <a:off x="2124079" y="2107675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89" name="Google Shape;489;p37">
              <a:extLst>
                <a:ext uri="{FF2B5EF4-FFF2-40B4-BE49-F238E27FC236}">
                  <a16:creationId xmlns:a16="http://schemas.microsoft.com/office/drawing/2014/main" id="{479D5725-7939-F47F-BC93-359A9145F888}"/>
                </a:ext>
              </a:extLst>
            </p:cNvPr>
            <p:cNvSpPr/>
            <p:nvPr/>
          </p:nvSpPr>
          <p:spPr>
            <a:xfrm>
              <a:off x="2727104" y="341658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90" name="Google Shape;490;p37">
              <a:extLst>
                <a:ext uri="{FF2B5EF4-FFF2-40B4-BE49-F238E27FC236}">
                  <a16:creationId xmlns:a16="http://schemas.microsoft.com/office/drawing/2014/main" id="{F420AD46-F53E-2298-B90D-885A5B1BEDB2}"/>
                </a:ext>
              </a:extLst>
            </p:cNvPr>
            <p:cNvSpPr/>
            <p:nvPr/>
          </p:nvSpPr>
          <p:spPr>
            <a:xfrm>
              <a:off x="1154861" y="437562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91" name="Google Shape;491;p37">
              <a:extLst>
                <a:ext uri="{FF2B5EF4-FFF2-40B4-BE49-F238E27FC236}">
                  <a16:creationId xmlns:a16="http://schemas.microsoft.com/office/drawing/2014/main" id="{939A769A-CC9B-A74D-09A2-01F987C13487}"/>
                </a:ext>
              </a:extLst>
            </p:cNvPr>
            <p:cNvSpPr/>
            <p:nvPr/>
          </p:nvSpPr>
          <p:spPr>
            <a:xfrm>
              <a:off x="1154861" y="414552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</p:grpSp>
      <p:pic>
        <p:nvPicPr>
          <p:cNvPr id="2" name="Imagen 1">
            <a:extLst>
              <a:ext uri="{FF2B5EF4-FFF2-40B4-BE49-F238E27FC236}">
                <a16:creationId xmlns:a16="http://schemas.microsoft.com/office/drawing/2014/main" id="{3C3DB724-3BD0-6A95-B802-4F0600A87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1119" y="1070843"/>
            <a:ext cx="4662793" cy="3788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8297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>
          <a:extLst>
            <a:ext uri="{FF2B5EF4-FFF2-40B4-BE49-F238E27FC236}">
              <a16:creationId xmlns:a16="http://schemas.microsoft.com/office/drawing/2014/main" id="{C33299DB-1935-CDFC-C448-0355EF482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7">
            <a:extLst>
              <a:ext uri="{FF2B5EF4-FFF2-40B4-BE49-F238E27FC236}">
                <a16:creationId xmlns:a16="http://schemas.microsoft.com/office/drawing/2014/main" id="{9509DC76-7ABA-1EE6-E7DA-1DCB4D74F0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/>
              <a:t>Diseño de algoritmos</a:t>
            </a:r>
            <a:endParaRPr lang="es-ES" noProof="0" dirty="0">
              <a:solidFill>
                <a:schemeClr val="accent4"/>
              </a:solidFill>
            </a:endParaRPr>
          </a:p>
        </p:txBody>
      </p:sp>
      <p:sp>
        <p:nvSpPr>
          <p:cNvPr id="455" name="Google Shape;455;p37">
            <a:extLst>
              <a:ext uri="{FF2B5EF4-FFF2-40B4-BE49-F238E27FC236}">
                <a16:creationId xmlns:a16="http://schemas.microsoft.com/office/drawing/2014/main" id="{2F56EC19-4DBF-1891-BA38-DD839DAD043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883625" y="951462"/>
            <a:ext cx="4965600" cy="9194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BO" noProof="0" dirty="0"/>
              <a:t>El analizador léxico se implementa mediante funciones modulares en C++ que procesan el flujo de caracteres. Las funciones principales son:</a:t>
            </a:r>
            <a:endParaRPr lang="es-ES" noProof="0" dirty="0"/>
          </a:p>
        </p:txBody>
      </p:sp>
      <p:grpSp>
        <p:nvGrpSpPr>
          <p:cNvPr id="456" name="Google Shape;456;p37">
            <a:extLst>
              <a:ext uri="{FF2B5EF4-FFF2-40B4-BE49-F238E27FC236}">
                <a16:creationId xmlns:a16="http://schemas.microsoft.com/office/drawing/2014/main" id="{4ABDF154-81BC-4F15-58BC-03CFA1259204}"/>
              </a:ext>
            </a:extLst>
          </p:cNvPr>
          <p:cNvGrpSpPr/>
          <p:nvPr/>
        </p:nvGrpSpPr>
        <p:grpSpPr>
          <a:xfrm>
            <a:off x="321967" y="1337250"/>
            <a:ext cx="2415354" cy="3413475"/>
            <a:chOff x="719992" y="1135488"/>
            <a:chExt cx="2415354" cy="3413475"/>
          </a:xfrm>
        </p:grpSpPr>
        <p:sp>
          <p:nvSpPr>
            <p:cNvPr id="457" name="Google Shape;457;p37">
              <a:extLst>
                <a:ext uri="{FF2B5EF4-FFF2-40B4-BE49-F238E27FC236}">
                  <a16:creationId xmlns:a16="http://schemas.microsoft.com/office/drawing/2014/main" id="{E36F6F64-2A3D-FA06-72AF-8FCAD3EE1C35}"/>
                </a:ext>
              </a:extLst>
            </p:cNvPr>
            <p:cNvSpPr/>
            <p:nvPr/>
          </p:nvSpPr>
          <p:spPr>
            <a:xfrm>
              <a:off x="719992" y="11440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58" name="Google Shape;458;p37">
              <a:extLst>
                <a:ext uri="{FF2B5EF4-FFF2-40B4-BE49-F238E27FC236}">
                  <a16:creationId xmlns:a16="http://schemas.microsoft.com/office/drawing/2014/main" id="{7B610C2C-ECE3-5B44-738D-E38AD884CFD1}"/>
                </a:ext>
              </a:extLst>
            </p:cNvPr>
            <p:cNvSpPr/>
            <p:nvPr/>
          </p:nvSpPr>
          <p:spPr>
            <a:xfrm>
              <a:off x="1206317" y="113548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59" name="Google Shape;459;p37">
              <a:extLst>
                <a:ext uri="{FF2B5EF4-FFF2-40B4-BE49-F238E27FC236}">
                  <a16:creationId xmlns:a16="http://schemas.microsoft.com/office/drawing/2014/main" id="{A034277D-D011-D96F-9EF3-D98E39FE1DEC}"/>
                </a:ext>
              </a:extLst>
            </p:cNvPr>
            <p:cNvSpPr/>
            <p:nvPr/>
          </p:nvSpPr>
          <p:spPr>
            <a:xfrm>
              <a:off x="719992" y="145628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60" name="Google Shape;460;p37">
              <a:extLst>
                <a:ext uri="{FF2B5EF4-FFF2-40B4-BE49-F238E27FC236}">
                  <a16:creationId xmlns:a16="http://schemas.microsoft.com/office/drawing/2014/main" id="{3760BB65-F0FD-F4A0-B020-87F83DA88F77}"/>
                </a:ext>
              </a:extLst>
            </p:cNvPr>
            <p:cNvSpPr/>
            <p:nvPr/>
          </p:nvSpPr>
          <p:spPr>
            <a:xfrm>
              <a:off x="719992" y="17830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61" name="Google Shape;461;p37">
              <a:extLst>
                <a:ext uri="{FF2B5EF4-FFF2-40B4-BE49-F238E27FC236}">
                  <a16:creationId xmlns:a16="http://schemas.microsoft.com/office/drawing/2014/main" id="{0718AE15-730F-DF07-6462-A98F2BBB8027}"/>
                </a:ext>
              </a:extLst>
            </p:cNvPr>
            <p:cNvSpPr/>
            <p:nvPr/>
          </p:nvSpPr>
          <p:spPr>
            <a:xfrm>
              <a:off x="719992" y="21097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62" name="Google Shape;462;p37">
              <a:extLst>
                <a:ext uri="{FF2B5EF4-FFF2-40B4-BE49-F238E27FC236}">
                  <a16:creationId xmlns:a16="http://schemas.microsoft.com/office/drawing/2014/main" id="{0D1F64CE-CD99-7423-1837-C40DA3013A93}"/>
                </a:ext>
              </a:extLst>
            </p:cNvPr>
            <p:cNvSpPr/>
            <p:nvPr/>
          </p:nvSpPr>
          <p:spPr>
            <a:xfrm>
              <a:off x="1154846" y="2109738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63" name="Google Shape;463;p37">
              <a:extLst>
                <a:ext uri="{FF2B5EF4-FFF2-40B4-BE49-F238E27FC236}">
                  <a16:creationId xmlns:a16="http://schemas.microsoft.com/office/drawing/2014/main" id="{AEE8CF1C-2DEF-E0B1-AB0F-9A140209C475}"/>
                </a:ext>
              </a:extLst>
            </p:cNvPr>
            <p:cNvSpPr/>
            <p:nvPr/>
          </p:nvSpPr>
          <p:spPr>
            <a:xfrm>
              <a:off x="1689227" y="21097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64" name="Google Shape;464;p37">
              <a:extLst>
                <a:ext uri="{FF2B5EF4-FFF2-40B4-BE49-F238E27FC236}">
                  <a16:creationId xmlns:a16="http://schemas.microsoft.com/office/drawing/2014/main" id="{8BD47A8F-410F-084D-43F2-37BDAC745CB3}"/>
                </a:ext>
              </a:extLst>
            </p:cNvPr>
            <p:cNvSpPr/>
            <p:nvPr/>
          </p:nvSpPr>
          <p:spPr>
            <a:xfrm>
              <a:off x="719992" y="242031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65" name="Google Shape;465;p37">
              <a:extLst>
                <a:ext uri="{FF2B5EF4-FFF2-40B4-BE49-F238E27FC236}">
                  <a16:creationId xmlns:a16="http://schemas.microsoft.com/office/drawing/2014/main" id="{78AB18A1-6AA3-F552-4F75-D2390F5E7EE8}"/>
                </a:ext>
              </a:extLst>
            </p:cNvPr>
            <p:cNvSpPr/>
            <p:nvPr/>
          </p:nvSpPr>
          <p:spPr>
            <a:xfrm>
              <a:off x="719992" y="27631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66" name="Google Shape;466;p37">
              <a:extLst>
                <a:ext uri="{FF2B5EF4-FFF2-40B4-BE49-F238E27FC236}">
                  <a16:creationId xmlns:a16="http://schemas.microsoft.com/office/drawing/2014/main" id="{6335FFAD-3870-78E2-6D30-95F1A437E38F}"/>
                </a:ext>
              </a:extLst>
            </p:cNvPr>
            <p:cNvSpPr/>
            <p:nvPr/>
          </p:nvSpPr>
          <p:spPr>
            <a:xfrm>
              <a:off x="719992" y="30720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67" name="Google Shape;467;p37">
              <a:extLst>
                <a:ext uri="{FF2B5EF4-FFF2-40B4-BE49-F238E27FC236}">
                  <a16:creationId xmlns:a16="http://schemas.microsoft.com/office/drawing/2014/main" id="{8FF0A99A-95CC-A6CE-4421-42E94A65EA15}"/>
                </a:ext>
              </a:extLst>
            </p:cNvPr>
            <p:cNvSpPr/>
            <p:nvPr/>
          </p:nvSpPr>
          <p:spPr>
            <a:xfrm>
              <a:off x="719992" y="338101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68" name="Google Shape;468;p37">
              <a:extLst>
                <a:ext uri="{FF2B5EF4-FFF2-40B4-BE49-F238E27FC236}">
                  <a16:creationId xmlns:a16="http://schemas.microsoft.com/office/drawing/2014/main" id="{9E648018-EE3B-288D-790A-7F667EE3D0B8}"/>
                </a:ext>
              </a:extLst>
            </p:cNvPr>
            <p:cNvSpPr/>
            <p:nvPr/>
          </p:nvSpPr>
          <p:spPr>
            <a:xfrm>
              <a:off x="733714" y="4161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69" name="Google Shape;469;p37">
              <a:extLst>
                <a:ext uri="{FF2B5EF4-FFF2-40B4-BE49-F238E27FC236}">
                  <a16:creationId xmlns:a16="http://schemas.microsoft.com/office/drawing/2014/main" id="{F66683B3-A2A3-6655-F747-4E99F095A9BC}"/>
                </a:ext>
              </a:extLst>
            </p:cNvPr>
            <p:cNvSpPr/>
            <p:nvPr/>
          </p:nvSpPr>
          <p:spPr>
            <a:xfrm>
              <a:off x="1154846" y="242031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70" name="Google Shape;470;p37">
              <a:extLst>
                <a:ext uri="{FF2B5EF4-FFF2-40B4-BE49-F238E27FC236}">
                  <a16:creationId xmlns:a16="http://schemas.microsoft.com/office/drawing/2014/main" id="{E6601BEC-73B4-9E8A-7797-3D922B51F438}"/>
                </a:ext>
              </a:extLst>
            </p:cNvPr>
            <p:cNvSpPr/>
            <p:nvPr/>
          </p:nvSpPr>
          <p:spPr>
            <a:xfrm>
              <a:off x="1115907" y="27631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71" name="Google Shape;471;p37">
              <a:extLst>
                <a:ext uri="{FF2B5EF4-FFF2-40B4-BE49-F238E27FC236}">
                  <a16:creationId xmlns:a16="http://schemas.microsoft.com/office/drawing/2014/main" id="{4AA02C07-7D96-C55F-4AD3-E39928A14F40}"/>
                </a:ext>
              </a:extLst>
            </p:cNvPr>
            <p:cNvSpPr/>
            <p:nvPr/>
          </p:nvSpPr>
          <p:spPr>
            <a:xfrm>
              <a:off x="1154846" y="30720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72" name="Google Shape;472;p37">
              <a:extLst>
                <a:ext uri="{FF2B5EF4-FFF2-40B4-BE49-F238E27FC236}">
                  <a16:creationId xmlns:a16="http://schemas.microsoft.com/office/drawing/2014/main" id="{2357BB33-DC5F-1B26-E39E-15C4DC80D3CC}"/>
                </a:ext>
              </a:extLst>
            </p:cNvPr>
            <p:cNvSpPr/>
            <p:nvPr/>
          </p:nvSpPr>
          <p:spPr>
            <a:xfrm>
              <a:off x="1154846" y="33979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73" name="Google Shape;473;p37">
              <a:extLst>
                <a:ext uri="{FF2B5EF4-FFF2-40B4-BE49-F238E27FC236}">
                  <a16:creationId xmlns:a16="http://schemas.microsoft.com/office/drawing/2014/main" id="{689DCA83-669D-E06E-22B3-99D6CE16127A}"/>
                </a:ext>
              </a:extLst>
            </p:cNvPr>
            <p:cNvSpPr/>
            <p:nvPr/>
          </p:nvSpPr>
          <p:spPr>
            <a:xfrm>
              <a:off x="1154846" y="37238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74" name="Google Shape;474;p37">
              <a:extLst>
                <a:ext uri="{FF2B5EF4-FFF2-40B4-BE49-F238E27FC236}">
                  <a16:creationId xmlns:a16="http://schemas.microsoft.com/office/drawing/2014/main" id="{916E2284-7370-D418-D8F3-825459082229}"/>
                </a:ext>
              </a:extLst>
            </p:cNvPr>
            <p:cNvSpPr/>
            <p:nvPr/>
          </p:nvSpPr>
          <p:spPr>
            <a:xfrm>
              <a:off x="1558536" y="242031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75" name="Google Shape;475;p37">
              <a:extLst>
                <a:ext uri="{FF2B5EF4-FFF2-40B4-BE49-F238E27FC236}">
                  <a16:creationId xmlns:a16="http://schemas.microsoft.com/office/drawing/2014/main" id="{F5AB1B83-F1D1-218B-ED3E-0C0D2D251456}"/>
                </a:ext>
              </a:extLst>
            </p:cNvPr>
            <p:cNvSpPr/>
            <p:nvPr/>
          </p:nvSpPr>
          <p:spPr>
            <a:xfrm>
              <a:off x="1558536" y="2763163"/>
              <a:ext cx="884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76" name="Google Shape;476;p37">
              <a:extLst>
                <a:ext uri="{FF2B5EF4-FFF2-40B4-BE49-F238E27FC236}">
                  <a16:creationId xmlns:a16="http://schemas.microsoft.com/office/drawing/2014/main" id="{5896E7B8-5F79-C7BE-4435-DE61294B6435}"/>
                </a:ext>
              </a:extLst>
            </p:cNvPr>
            <p:cNvSpPr/>
            <p:nvPr/>
          </p:nvSpPr>
          <p:spPr>
            <a:xfrm>
              <a:off x="1589699" y="3072088"/>
              <a:ext cx="10299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77" name="Google Shape;477;p37">
              <a:extLst>
                <a:ext uri="{FF2B5EF4-FFF2-40B4-BE49-F238E27FC236}">
                  <a16:creationId xmlns:a16="http://schemas.microsoft.com/office/drawing/2014/main" id="{190B4369-DA53-1E8F-AED9-FDF3D0502F3A}"/>
                </a:ext>
              </a:extLst>
            </p:cNvPr>
            <p:cNvSpPr/>
            <p:nvPr/>
          </p:nvSpPr>
          <p:spPr>
            <a:xfrm>
              <a:off x="1589699" y="3416588"/>
              <a:ext cx="1029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78" name="Google Shape;478;p37">
              <a:extLst>
                <a:ext uri="{FF2B5EF4-FFF2-40B4-BE49-F238E27FC236}">
                  <a16:creationId xmlns:a16="http://schemas.microsoft.com/office/drawing/2014/main" id="{A295CB4A-1092-B6A4-EB57-4311239DFA23}"/>
                </a:ext>
              </a:extLst>
            </p:cNvPr>
            <p:cNvSpPr/>
            <p:nvPr/>
          </p:nvSpPr>
          <p:spPr>
            <a:xfrm>
              <a:off x="1589699" y="3723863"/>
              <a:ext cx="1029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79" name="Google Shape;479;p37">
              <a:extLst>
                <a:ext uri="{FF2B5EF4-FFF2-40B4-BE49-F238E27FC236}">
                  <a16:creationId xmlns:a16="http://schemas.microsoft.com/office/drawing/2014/main" id="{53030C84-6A39-2E5D-84E1-AA7AC76D7877}"/>
                </a:ext>
              </a:extLst>
            </p:cNvPr>
            <p:cNvSpPr/>
            <p:nvPr/>
          </p:nvSpPr>
          <p:spPr>
            <a:xfrm>
              <a:off x="2268127" y="2420313"/>
              <a:ext cx="5769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80" name="Google Shape;480;p37">
              <a:extLst>
                <a:ext uri="{FF2B5EF4-FFF2-40B4-BE49-F238E27FC236}">
                  <a16:creationId xmlns:a16="http://schemas.microsoft.com/office/drawing/2014/main" id="{7CBD46AD-A7DA-EBFD-654A-4A2F05BF1FAA}"/>
                </a:ext>
              </a:extLst>
            </p:cNvPr>
            <p:cNvSpPr/>
            <p:nvPr/>
          </p:nvSpPr>
          <p:spPr>
            <a:xfrm>
              <a:off x="2558446" y="2746200"/>
              <a:ext cx="576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81" name="Google Shape;481;p37">
              <a:extLst>
                <a:ext uri="{FF2B5EF4-FFF2-40B4-BE49-F238E27FC236}">
                  <a16:creationId xmlns:a16="http://schemas.microsoft.com/office/drawing/2014/main" id="{AD992EE2-60B7-BBE6-FA45-2E98FC4918F9}"/>
                </a:ext>
              </a:extLst>
            </p:cNvPr>
            <p:cNvSpPr/>
            <p:nvPr/>
          </p:nvSpPr>
          <p:spPr>
            <a:xfrm>
              <a:off x="2727100" y="30721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82" name="Google Shape;482;p37">
              <a:extLst>
                <a:ext uri="{FF2B5EF4-FFF2-40B4-BE49-F238E27FC236}">
                  <a16:creationId xmlns:a16="http://schemas.microsoft.com/office/drawing/2014/main" id="{5FA7D8F1-822B-E3FB-37BE-68DDA045EB74}"/>
                </a:ext>
              </a:extLst>
            </p:cNvPr>
            <p:cNvSpPr/>
            <p:nvPr/>
          </p:nvSpPr>
          <p:spPr>
            <a:xfrm>
              <a:off x="2727100" y="37239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83" name="Google Shape;483;p37">
              <a:extLst>
                <a:ext uri="{FF2B5EF4-FFF2-40B4-BE49-F238E27FC236}">
                  <a16:creationId xmlns:a16="http://schemas.microsoft.com/office/drawing/2014/main" id="{4258AF94-5D55-0C20-FDC8-06FAA70E53B2}"/>
                </a:ext>
              </a:extLst>
            </p:cNvPr>
            <p:cNvSpPr/>
            <p:nvPr/>
          </p:nvSpPr>
          <p:spPr>
            <a:xfrm>
              <a:off x="733714" y="4401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84" name="Google Shape;484;p37">
              <a:extLst>
                <a:ext uri="{FF2B5EF4-FFF2-40B4-BE49-F238E27FC236}">
                  <a16:creationId xmlns:a16="http://schemas.microsoft.com/office/drawing/2014/main" id="{CD063D57-982E-D467-8B7C-2396BF3F6274}"/>
                </a:ext>
              </a:extLst>
            </p:cNvPr>
            <p:cNvSpPr/>
            <p:nvPr/>
          </p:nvSpPr>
          <p:spPr>
            <a:xfrm>
              <a:off x="1634836" y="11473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85" name="Google Shape;485;p37">
              <a:extLst>
                <a:ext uri="{FF2B5EF4-FFF2-40B4-BE49-F238E27FC236}">
                  <a16:creationId xmlns:a16="http://schemas.microsoft.com/office/drawing/2014/main" id="{E2E1C0FD-F7F2-0967-D181-E923FD62FBFD}"/>
                </a:ext>
              </a:extLst>
            </p:cNvPr>
            <p:cNvSpPr/>
            <p:nvPr/>
          </p:nvSpPr>
          <p:spPr>
            <a:xfrm>
              <a:off x="1206336" y="145631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86" name="Google Shape;486;p37">
              <a:extLst>
                <a:ext uri="{FF2B5EF4-FFF2-40B4-BE49-F238E27FC236}">
                  <a16:creationId xmlns:a16="http://schemas.microsoft.com/office/drawing/2014/main" id="{03F12A96-028B-7224-E33A-689998D17202}"/>
                </a:ext>
              </a:extLst>
            </p:cNvPr>
            <p:cNvSpPr/>
            <p:nvPr/>
          </p:nvSpPr>
          <p:spPr>
            <a:xfrm>
              <a:off x="1939636" y="14521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87" name="Google Shape;487;p37">
              <a:extLst>
                <a:ext uri="{FF2B5EF4-FFF2-40B4-BE49-F238E27FC236}">
                  <a16:creationId xmlns:a16="http://schemas.microsoft.com/office/drawing/2014/main" id="{6631FE43-5A8B-CBC8-E288-B946B82B4937}"/>
                </a:ext>
              </a:extLst>
            </p:cNvPr>
            <p:cNvSpPr/>
            <p:nvPr/>
          </p:nvSpPr>
          <p:spPr>
            <a:xfrm>
              <a:off x="1206329" y="178303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88" name="Google Shape;488;p37">
              <a:extLst>
                <a:ext uri="{FF2B5EF4-FFF2-40B4-BE49-F238E27FC236}">
                  <a16:creationId xmlns:a16="http://schemas.microsoft.com/office/drawing/2014/main" id="{E9CF88F1-7DF3-ECFB-7C5A-9222E0521ECA}"/>
                </a:ext>
              </a:extLst>
            </p:cNvPr>
            <p:cNvSpPr/>
            <p:nvPr/>
          </p:nvSpPr>
          <p:spPr>
            <a:xfrm>
              <a:off x="2124079" y="2107675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89" name="Google Shape;489;p37">
              <a:extLst>
                <a:ext uri="{FF2B5EF4-FFF2-40B4-BE49-F238E27FC236}">
                  <a16:creationId xmlns:a16="http://schemas.microsoft.com/office/drawing/2014/main" id="{23FE2841-AF82-3683-96EC-E89A4C24CE96}"/>
                </a:ext>
              </a:extLst>
            </p:cNvPr>
            <p:cNvSpPr/>
            <p:nvPr/>
          </p:nvSpPr>
          <p:spPr>
            <a:xfrm>
              <a:off x="2727104" y="341658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90" name="Google Shape;490;p37">
              <a:extLst>
                <a:ext uri="{FF2B5EF4-FFF2-40B4-BE49-F238E27FC236}">
                  <a16:creationId xmlns:a16="http://schemas.microsoft.com/office/drawing/2014/main" id="{13EB7C12-DF26-DCC1-7536-88A72971C318}"/>
                </a:ext>
              </a:extLst>
            </p:cNvPr>
            <p:cNvSpPr/>
            <p:nvPr/>
          </p:nvSpPr>
          <p:spPr>
            <a:xfrm>
              <a:off x="1154861" y="437562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91" name="Google Shape;491;p37">
              <a:extLst>
                <a:ext uri="{FF2B5EF4-FFF2-40B4-BE49-F238E27FC236}">
                  <a16:creationId xmlns:a16="http://schemas.microsoft.com/office/drawing/2014/main" id="{5420219E-700B-4B6E-5AA4-FC64900EE8D1}"/>
                </a:ext>
              </a:extLst>
            </p:cNvPr>
            <p:cNvSpPr/>
            <p:nvPr/>
          </p:nvSpPr>
          <p:spPr>
            <a:xfrm>
              <a:off x="1154861" y="414552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</p:grpSp>
      <p:sp>
        <p:nvSpPr>
          <p:cNvPr id="4" name="Google Shape;455;p37">
            <a:extLst>
              <a:ext uri="{FF2B5EF4-FFF2-40B4-BE49-F238E27FC236}">
                <a16:creationId xmlns:a16="http://schemas.microsoft.com/office/drawing/2014/main" id="{82166660-A7DA-6217-57ED-E848E139FD28}"/>
              </a:ext>
            </a:extLst>
          </p:cNvPr>
          <p:cNvSpPr txBox="1">
            <a:spLocks/>
          </p:cNvSpPr>
          <p:nvPr/>
        </p:nvSpPr>
        <p:spPr>
          <a:xfrm>
            <a:off x="3127251" y="1997599"/>
            <a:ext cx="4965600" cy="2579788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171450" lvl="0" indent="-171450" algn="l" defTabSz="6858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5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514350" lvl="1" indent="-17145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 sz="135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857250" lvl="2" indent="-17145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200150" lvl="3" indent="-17145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 sz="105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543050" lvl="4" indent="-17145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 sz="9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1885950" lvl="5" indent="-17145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 sz="9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228850" lvl="6" indent="-17145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 sz="9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2571750" lvl="7" indent="-17145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 sz="9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2914650" lvl="8" indent="-17145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 sz="9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s-BO" dirty="0" err="1"/>
              <a:t>iniLexi</a:t>
            </a:r>
            <a:r>
              <a:rPr lang="es-BO" dirty="0"/>
              <a:t>(): Inicializa la estructura de control del analizador.</a:t>
            </a: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s-BO" dirty="0" err="1"/>
              <a:t>veriReser</a:t>
            </a:r>
            <a:r>
              <a:rPr lang="es-BO" dirty="0"/>
              <a:t>(): Recibe un token clasificado y compara su lexema contra el conjunto de palabras reservadas.</a:t>
            </a: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s-BO" dirty="0" err="1"/>
              <a:t>impTok</a:t>
            </a:r>
            <a:r>
              <a:rPr lang="es-BO" dirty="0"/>
              <a:t>(): Función de utilidad que imprime en consola los atributos del token (ID, lexema y línea).</a:t>
            </a:r>
          </a:p>
          <a:p>
            <a:pPr marL="0" indent="0">
              <a:buClr>
                <a:schemeClr val="dk1"/>
              </a:buClr>
              <a:buSzPts val="1100"/>
              <a:buFont typeface="Arial"/>
              <a:buNone/>
            </a:pPr>
            <a:r>
              <a:rPr lang="es-BO" dirty="0" err="1"/>
              <a:t>ObtTok</a:t>
            </a:r>
            <a:r>
              <a:rPr lang="es-BO" dirty="0"/>
              <a:t>(): Es el núcleo algorítmico. Recupera caracteres de forma secuencial.</a:t>
            </a:r>
          </a:p>
        </p:txBody>
      </p:sp>
    </p:spTree>
    <p:extLst>
      <p:ext uri="{BB962C8B-B14F-4D97-AF65-F5344CB8AC3E}">
        <p14:creationId xmlns:p14="http://schemas.microsoft.com/office/powerpoint/2010/main" val="21334475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>
          <a:extLst>
            <a:ext uri="{FF2B5EF4-FFF2-40B4-BE49-F238E27FC236}">
              <a16:creationId xmlns:a16="http://schemas.microsoft.com/office/drawing/2014/main" id="{1FBD8CB2-546F-8890-2A1C-5871BCE02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7">
            <a:extLst>
              <a:ext uri="{FF2B5EF4-FFF2-40B4-BE49-F238E27FC236}">
                <a16:creationId xmlns:a16="http://schemas.microsoft.com/office/drawing/2014/main" id="{A59BF749-B14E-85F0-953F-AFA11C84A4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/>
              <a:t>Analizador Sintáctico</a:t>
            </a:r>
            <a:endParaRPr lang="es-ES" noProof="0" dirty="0">
              <a:solidFill>
                <a:schemeClr val="accent4"/>
              </a:solidFill>
            </a:endParaRPr>
          </a:p>
        </p:txBody>
      </p:sp>
      <p:sp>
        <p:nvSpPr>
          <p:cNvPr id="455" name="Google Shape;455;p37">
            <a:extLst>
              <a:ext uri="{FF2B5EF4-FFF2-40B4-BE49-F238E27FC236}">
                <a16:creationId xmlns:a16="http://schemas.microsoft.com/office/drawing/2014/main" id="{EA5E81C3-C34E-A836-18C5-2B0BA9C4A4F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695289" y="1528999"/>
            <a:ext cx="5735536" cy="26703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noProof="0" dirty="0"/>
              <a:t>Se seguirá el algoritmo enseñado en clases, el cual consiste en:</a:t>
            </a:r>
          </a:p>
          <a:p>
            <a:pPr marL="457200" lvl="0" indent="-317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s-ES" noProof="0" dirty="0"/>
              <a:t>Seguir las reglas de producción.</a:t>
            </a:r>
          </a:p>
          <a:p>
            <a:pPr marL="457200" lvl="0" indent="-317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s-ES" noProof="0" dirty="0"/>
              <a:t>Avanzar si el token analizado es el esperado.</a:t>
            </a:r>
          </a:p>
          <a:p>
            <a:pPr marL="457200" indent="-317500">
              <a:lnSpc>
                <a:spcPct val="100000"/>
              </a:lnSpc>
              <a:spcBef>
                <a:spcPts val="1000"/>
              </a:spcBef>
              <a:buSzPts val="1400"/>
            </a:pPr>
            <a:r>
              <a:rPr lang="es-ES" dirty="0"/>
              <a:t>Si el token no es el esperado agregar un error y seguir el análisis.</a:t>
            </a:r>
          </a:p>
          <a:p>
            <a:pPr marL="457200" indent="-317500">
              <a:lnSpc>
                <a:spcPct val="100000"/>
              </a:lnSpc>
              <a:spcBef>
                <a:spcPts val="1000"/>
              </a:spcBef>
              <a:buSzPts val="1400"/>
            </a:pPr>
            <a:r>
              <a:rPr lang="es-ES" dirty="0"/>
              <a:t>Llamar recursivamente a las funciones siguiendo las reglas de producción.</a:t>
            </a:r>
            <a:endParaRPr lang="es-ES" noProof="0" dirty="0"/>
          </a:p>
          <a:p>
            <a:pPr marL="457200" lvl="0" indent="-317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endParaRPr lang="es-ES" noProof="0" dirty="0"/>
          </a:p>
        </p:txBody>
      </p:sp>
      <p:grpSp>
        <p:nvGrpSpPr>
          <p:cNvPr id="456" name="Google Shape;456;p37">
            <a:extLst>
              <a:ext uri="{FF2B5EF4-FFF2-40B4-BE49-F238E27FC236}">
                <a16:creationId xmlns:a16="http://schemas.microsoft.com/office/drawing/2014/main" id="{485863D1-033B-E73E-D0C7-E3FECD435CC5}"/>
              </a:ext>
            </a:extLst>
          </p:cNvPr>
          <p:cNvGrpSpPr/>
          <p:nvPr/>
        </p:nvGrpSpPr>
        <p:grpSpPr>
          <a:xfrm>
            <a:off x="321967" y="1337250"/>
            <a:ext cx="2415354" cy="3413475"/>
            <a:chOff x="719992" y="1135488"/>
            <a:chExt cx="2415354" cy="3413475"/>
          </a:xfrm>
        </p:grpSpPr>
        <p:sp>
          <p:nvSpPr>
            <p:cNvPr id="457" name="Google Shape;457;p37">
              <a:extLst>
                <a:ext uri="{FF2B5EF4-FFF2-40B4-BE49-F238E27FC236}">
                  <a16:creationId xmlns:a16="http://schemas.microsoft.com/office/drawing/2014/main" id="{BCE83718-DDD0-D246-9C32-C49A80BCFACE}"/>
                </a:ext>
              </a:extLst>
            </p:cNvPr>
            <p:cNvSpPr/>
            <p:nvPr/>
          </p:nvSpPr>
          <p:spPr>
            <a:xfrm>
              <a:off x="719992" y="11440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58" name="Google Shape;458;p37">
              <a:extLst>
                <a:ext uri="{FF2B5EF4-FFF2-40B4-BE49-F238E27FC236}">
                  <a16:creationId xmlns:a16="http://schemas.microsoft.com/office/drawing/2014/main" id="{ED80F9BC-30DD-9E7C-4CE6-CAD7CF5D8F94}"/>
                </a:ext>
              </a:extLst>
            </p:cNvPr>
            <p:cNvSpPr/>
            <p:nvPr/>
          </p:nvSpPr>
          <p:spPr>
            <a:xfrm>
              <a:off x="1206317" y="113548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59" name="Google Shape;459;p37">
              <a:extLst>
                <a:ext uri="{FF2B5EF4-FFF2-40B4-BE49-F238E27FC236}">
                  <a16:creationId xmlns:a16="http://schemas.microsoft.com/office/drawing/2014/main" id="{EBD34E9D-E4B8-9791-F01F-4D71B6E6D0D9}"/>
                </a:ext>
              </a:extLst>
            </p:cNvPr>
            <p:cNvSpPr/>
            <p:nvPr/>
          </p:nvSpPr>
          <p:spPr>
            <a:xfrm>
              <a:off x="719992" y="145628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60" name="Google Shape;460;p37">
              <a:extLst>
                <a:ext uri="{FF2B5EF4-FFF2-40B4-BE49-F238E27FC236}">
                  <a16:creationId xmlns:a16="http://schemas.microsoft.com/office/drawing/2014/main" id="{1C1E98A0-D319-5EEB-D553-5663942E2145}"/>
                </a:ext>
              </a:extLst>
            </p:cNvPr>
            <p:cNvSpPr/>
            <p:nvPr/>
          </p:nvSpPr>
          <p:spPr>
            <a:xfrm>
              <a:off x="719992" y="17830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61" name="Google Shape;461;p37">
              <a:extLst>
                <a:ext uri="{FF2B5EF4-FFF2-40B4-BE49-F238E27FC236}">
                  <a16:creationId xmlns:a16="http://schemas.microsoft.com/office/drawing/2014/main" id="{B6B30514-50C6-6A50-B0E4-A5C7DAC329AA}"/>
                </a:ext>
              </a:extLst>
            </p:cNvPr>
            <p:cNvSpPr/>
            <p:nvPr/>
          </p:nvSpPr>
          <p:spPr>
            <a:xfrm>
              <a:off x="719992" y="21097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62" name="Google Shape;462;p37">
              <a:extLst>
                <a:ext uri="{FF2B5EF4-FFF2-40B4-BE49-F238E27FC236}">
                  <a16:creationId xmlns:a16="http://schemas.microsoft.com/office/drawing/2014/main" id="{778EC684-0678-7B8E-CFBE-AAD4FF00681C}"/>
                </a:ext>
              </a:extLst>
            </p:cNvPr>
            <p:cNvSpPr/>
            <p:nvPr/>
          </p:nvSpPr>
          <p:spPr>
            <a:xfrm>
              <a:off x="1154846" y="2109738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63" name="Google Shape;463;p37">
              <a:extLst>
                <a:ext uri="{FF2B5EF4-FFF2-40B4-BE49-F238E27FC236}">
                  <a16:creationId xmlns:a16="http://schemas.microsoft.com/office/drawing/2014/main" id="{8D445047-5532-2B72-6496-62CEB7B06E54}"/>
                </a:ext>
              </a:extLst>
            </p:cNvPr>
            <p:cNvSpPr/>
            <p:nvPr/>
          </p:nvSpPr>
          <p:spPr>
            <a:xfrm>
              <a:off x="1689227" y="21097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64" name="Google Shape;464;p37">
              <a:extLst>
                <a:ext uri="{FF2B5EF4-FFF2-40B4-BE49-F238E27FC236}">
                  <a16:creationId xmlns:a16="http://schemas.microsoft.com/office/drawing/2014/main" id="{58839439-DE3F-73A9-E44B-BB70D5F9D432}"/>
                </a:ext>
              </a:extLst>
            </p:cNvPr>
            <p:cNvSpPr/>
            <p:nvPr/>
          </p:nvSpPr>
          <p:spPr>
            <a:xfrm>
              <a:off x="719992" y="242031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65" name="Google Shape;465;p37">
              <a:extLst>
                <a:ext uri="{FF2B5EF4-FFF2-40B4-BE49-F238E27FC236}">
                  <a16:creationId xmlns:a16="http://schemas.microsoft.com/office/drawing/2014/main" id="{A895906E-B34A-D6AE-4142-B164CC50380E}"/>
                </a:ext>
              </a:extLst>
            </p:cNvPr>
            <p:cNvSpPr/>
            <p:nvPr/>
          </p:nvSpPr>
          <p:spPr>
            <a:xfrm>
              <a:off x="719992" y="27631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66" name="Google Shape;466;p37">
              <a:extLst>
                <a:ext uri="{FF2B5EF4-FFF2-40B4-BE49-F238E27FC236}">
                  <a16:creationId xmlns:a16="http://schemas.microsoft.com/office/drawing/2014/main" id="{2BD62827-954D-3538-1D60-8513B523E9A9}"/>
                </a:ext>
              </a:extLst>
            </p:cNvPr>
            <p:cNvSpPr/>
            <p:nvPr/>
          </p:nvSpPr>
          <p:spPr>
            <a:xfrm>
              <a:off x="719992" y="30720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67" name="Google Shape;467;p37">
              <a:extLst>
                <a:ext uri="{FF2B5EF4-FFF2-40B4-BE49-F238E27FC236}">
                  <a16:creationId xmlns:a16="http://schemas.microsoft.com/office/drawing/2014/main" id="{3B37B76A-4EDD-C504-8C5D-F11020C9F5F7}"/>
                </a:ext>
              </a:extLst>
            </p:cNvPr>
            <p:cNvSpPr/>
            <p:nvPr/>
          </p:nvSpPr>
          <p:spPr>
            <a:xfrm>
              <a:off x="719992" y="338101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68" name="Google Shape;468;p37">
              <a:extLst>
                <a:ext uri="{FF2B5EF4-FFF2-40B4-BE49-F238E27FC236}">
                  <a16:creationId xmlns:a16="http://schemas.microsoft.com/office/drawing/2014/main" id="{DC5008CB-FBA4-0773-7878-C7F058A37A82}"/>
                </a:ext>
              </a:extLst>
            </p:cNvPr>
            <p:cNvSpPr/>
            <p:nvPr/>
          </p:nvSpPr>
          <p:spPr>
            <a:xfrm>
              <a:off x="733714" y="4161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69" name="Google Shape;469;p37">
              <a:extLst>
                <a:ext uri="{FF2B5EF4-FFF2-40B4-BE49-F238E27FC236}">
                  <a16:creationId xmlns:a16="http://schemas.microsoft.com/office/drawing/2014/main" id="{569FCED1-ED0D-BAF6-ED19-F4D6213C6822}"/>
                </a:ext>
              </a:extLst>
            </p:cNvPr>
            <p:cNvSpPr/>
            <p:nvPr/>
          </p:nvSpPr>
          <p:spPr>
            <a:xfrm>
              <a:off x="1154846" y="242031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70" name="Google Shape;470;p37">
              <a:extLst>
                <a:ext uri="{FF2B5EF4-FFF2-40B4-BE49-F238E27FC236}">
                  <a16:creationId xmlns:a16="http://schemas.microsoft.com/office/drawing/2014/main" id="{7131FC88-534A-9502-F1FE-82507D835420}"/>
                </a:ext>
              </a:extLst>
            </p:cNvPr>
            <p:cNvSpPr/>
            <p:nvPr/>
          </p:nvSpPr>
          <p:spPr>
            <a:xfrm>
              <a:off x="1115907" y="27631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71" name="Google Shape;471;p37">
              <a:extLst>
                <a:ext uri="{FF2B5EF4-FFF2-40B4-BE49-F238E27FC236}">
                  <a16:creationId xmlns:a16="http://schemas.microsoft.com/office/drawing/2014/main" id="{5E1F1BB8-F796-2A65-2B1D-0BD46909614F}"/>
                </a:ext>
              </a:extLst>
            </p:cNvPr>
            <p:cNvSpPr/>
            <p:nvPr/>
          </p:nvSpPr>
          <p:spPr>
            <a:xfrm>
              <a:off x="1154846" y="30720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72" name="Google Shape;472;p37">
              <a:extLst>
                <a:ext uri="{FF2B5EF4-FFF2-40B4-BE49-F238E27FC236}">
                  <a16:creationId xmlns:a16="http://schemas.microsoft.com/office/drawing/2014/main" id="{66A88DA5-6221-5D2E-CDB9-9468B4E992EC}"/>
                </a:ext>
              </a:extLst>
            </p:cNvPr>
            <p:cNvSpPr/>
            <p:nvPr/>
          </p:nvSpPr>
          <p:spPr>
            <a:xfrm>
              <a:off x="1154846" y="33979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73" name="Google Shape;473;p37">
              <a:extLst>
                <a:ext uri="{FF2B5EF4-FFF2-40B4-BE49-F238E27FC236}">
                  <a16:creationId xmlns:a16="http://schemas.microsoft.com/office/drawing/2014/main" id="{78AAEE0C-6DDC-034B-95EF-B0C2448C3D5E}"/>
                </a:ext>
              </a:extLst>
            </p:cNvPr>
            <p:cNvSpPr/>
            <p:nvPr/>
          </p:nvSpPr>
          <p:spPr>
            <a:xfrm>
              <a:off x="1154846" y="37238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74" name="Google Shape;474;p37">
              <a:extLst>
                <a:ext uri="{FF2B5EF4-FFF2-40B4-BE49-F238E27FC236}">
                  <a16:creationId xmlns:a16="http://schemas.microsoft.com/office/drawing/2014/main" id="{ED390DEE-D58C-A96C-5675-FAE4FBBD769A}"/>
                </a:ext>
              </a:extLst>
            </p:cNvPr>
            <p:cNvSpPr/>
            <p:nvPr/>
          </p:nvSpPr>
          <p:spPr>
            <a:xfrm>
              <a:off x="1558536" y="242031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75" name="Google Shape;475;p37">
              <a:extLst>
                <a:ext uri="{FF2B5EF4-FFF2-40B4-BE49-F238E27FC236}">
                  <a16:creationId xmlns:a16="http://schemas.microsoft.com/office/drawing/2014/main" id="{D8D19EBA-481C-12CB-BAFD-513B7B55D394}"/>
                </a:ext>
              </a:extLst>
            </p:cNvPr>
            <p:cNvSpPr/>
            <p:nvPr/>
          </p:nvSpPr>
          <p:spPr>
            <a:xfrm>
              <a:off x="1558536" y="2763163"/>
              <a:ext cx="884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76" name="Google Shape;476;p37">
              <a:extLst>
                <a:ext uri="{FF2B5EF4-FFF2-40B4-BE49-F238E27FC236}">
                  <a16:creationId xmlns:a16="http://schemas.microsoft.com/office/drawing/2014/main" id="{59214C20-6CAA-DCF2-EF34-4D87FA04A879}"/>
                </a:ext>
              </a:extLst>
            </p:cNvPr>
            <p:cNvSpPr/>
            <p:nvPr/>
          </p:nvSpPr>
          <p:spPr>
            <a:xfrm>
              <a:off x="1589699" y="3072088"/>
              <a:ext cx="10299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77" name="Google Shape;477;p37">
              <a:extLst>
                <a:ext uri="{FF2B5EF4-FFF2-40B4-BE49-F238E27FC236}">
                  <a16:creationId xmlns:a16="http://schemas.microsoft.com/office/drawing/2014/main" id="{E980A385-3E80-8175-75E8-65DCDAC6E258}"/>
                </a:ext>
              </a:extLst>
            </p:cNvPr>
            <p:cNvSpPr/>
            <p:nvPr/>
          </p:nvSpPr>
          <p:spPr>
            <a:xfrm>
              <a:off x="1589699" y="3416588"/>
              <a:ext cx="1029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78" name="Google Shape;478;p37">
              <a:extLst>
                <a:ext uri="{FF2B5EF4-FFF2-40B4-BE49-F238E27FC236}">
                  <a16:creationId xmlns:a16="http://schemas.microsoft.com/office/drawing/2014/main" id="{904E8913-E66B-E33A-D408-666C33A010E1}"/>
                </a:ext>
              </a:extLst>
            </p:cNvPr>
            <p:cNvSpPr/>
            <p:nvPr/>
          </p:nvSpPr>
          <p:spPr>
            <a:xfrm>
              <a:off x="1589699" y="3723863"/>
              <a:ext cx="1029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79" name="Google Shape;479;p37">
              <a:extLst>
                <a:ext uri="{FF2B5EF4-FFF2-40B4-BE49-F238E27FC236}">
                  <a16:creationId xmlns:a16="http://schemas.microsoft.com/office/drawing/2014/main" id="{E1DA862D-07CA-91EB-1585-5422BA020C82}"/>
                </a:ext>
              </a:extLst>
            </p:cNvPr>
            <p:cNvSpPr/>
            <p:nvPr/>
          </p:nvSpPr>
          <p:spPr>
            <a:xfrm>
              <a:off x="2268127" y="2420313"/>
              <a:ext cx="5769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80" name="Google Shape;480;p37">
              <a:extLst>
                <a:ext uri="{FF2B5EF4-FFF2-40B4-BE49-F238E27FC236}">
                  <a16:creationId xmlns:a16="http://schemas.microsoft.com/office/drawing/2014/main" id="{6812C4CD-965B-A957-4DBA-4E0C499B30DD}"/>
                </a:ext>
              </a:extLst>
            </p:cNvPr>
            <p:cNvSpPr/>
            <p:nvPr/>
          </p:nvSpPr>
          <p:spPr>
            <a:xfrm>
              <a:off x="2558446" y="2746200"/>
              <a:ext cx="576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81" name="Google Shape;481;p37">
              <a:extLst>
                <a:ext uri="{FF2B5EF4-FFF2-40B4-BE49-F238E27FC236}">
                  <a16:creationId xmlns:a16="http://schemas.microsoft.com/office/drawing/2014/main" id="{87901176-D017-09A7-917F-6A36265C62C6}"/>
                </a:ext>
              </a:extLst>
            </p:cNvPr>
            <p:cNvSpPr/>
            <p:nvPr/>
          </p:nvSpPr>
          <p:spPr>
            <a:xfrm>
              <a:off x="2727100" y="30721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82" name="Google Shape;482;p37">
              <a:extLst>
                <a:ext uri="{FF2B5EF4-FFF2-40B4-BE49-F238E27FC236}">
                  <a16:creationId xmlns:a16="http://schemas.microsoft.com/office/drawing/2014/main" id="{584DC822-94AD-CBB9-DEAE-25CD2702D946}"/>
                </a:ext>
              </a:extLst>
            </p:cNvPr>
            <p:cNvSpPr/>
            <p:nvPr/>
          </p:nvSpPr>
          <p:spPr>
            <a:xfrm>
              <a:off x="2727100" y="37239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83" name="Google Shape;483;p37">
              <a:extLst>
                <a:ext uri="{FF2B5EF4-FFF2-40B4-BE49-F238E27FC236}">
                  <a16:creationId xmlns:a16="http://schemas.microsoft.com/office/drawing/2014/main" id="{5F60BE85-9D91-3818-A5B1-7F819182E059}"/>
                </a:ext>
              </a:extLst>
            </p:cNvPr>
            <p:cNvSpPr/>
            <p:nvPr/>
          </p:nvSpPr>
          <p:spPr>
            <a:xfrm>
              <a:off x="733714" y="4401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84" name="Google Shape;484;p37">
              <a:extLst>
                <a:ext uri="{FF2B5EF4-FFF2-40B4-BE49-F238E27FC236}">
                  <a16:creationId xmlns:a16="http://schemas.microsoft.com/office/drawing/2014/main" id="{E3431775-5072-F79D-F83A-5F4C7A59196A}"/>
                </a:ext>
              </a:extLst>
            </p:cNvPr>
            <p:cNvSpPr/>
            <p:nvPr/>
          </p:nvSpPr>
          <p:spPr>
            <a:xfrm>
              <a:off x="1634836" y="11473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85" name="Google Shape;485;p37">
              <a:extLst>
                <a:ext uri="{FF2B5EF4-FFF2-40B4-BE49-F238E27FC236}">
                  <a16:creationId xmlns:a16="http://schemas.microsoft.com/office/drawing/2014/main" id="{2FE94BD6-9DA3-1066-2A2E-3CE4EECE8449}"/>
                </a:ext>
              </a:extLst>
            </p:cNvPr>
            <p:cNvSpPr/>
            <p:nvPr/>
          </p:nvSpPr>
          <p:spPr>
            <a:xfrm>
              <a:off x="1206336" y="145631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86" name="Google Shape;486;p37">
              <a:extLst>
                <a:ext uri="{FF2B5EF4-FFF2-40B4-BE49-F238E27FC236}">
                  <a16:creationId xmlns:a16="http://schemas.microsoft.com/office/drawing/2014/main" id="{BF7B3466-4CE8-AB07-5D44-BC9725E5D883}"/>
                </a:ext>
              </a:extLst>
            </p:cNvPr>
            <p:cNvSpPr/>
            <p:nvPr/>
          </p:nvSpPr>
          <p:spPr>
            <a:xfrm>
              <a:off x="1939636" y="14521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87" name="Google Shape;487;p37">
              <a:extLst>
                <a:ext uri="{FF2B5EF4-FFF2-40B4-BE49-F238E27FC236}">
                  <a16:creationId xmlns:a16="http://schemas.microsoft.com/office/drawing/2014/main" id="{7948282B-B499-658C-BB74-E4CE37B2972F}"/>
                </a:ext>
              </a:extLst>
            </p:cNvPr>
            <p:cNvSpPr/>
            <p:nvPr/>
          </p:nvSpPr>
          <p:spPr>
            <a:xfrm>
              <a:off x="1206329" y="178303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88" name="Google Shape;488;p37">
              <a:extLst>
                <a:ext uri="{FF2B5EF4-FFF2-40B4-BE49-F238E27FC236}">
                  <a16:creationId xmlns:a16="http://schemas.microsoft.com/office/drawing/2014/main" id="{86154879-F2F7-F3B9-2F47-10E8622F3F34}"/>
                </a:ext>
              </a:extLst>
            </p:cNvPr>
            <p:cNvSpPr/>
            <p:nvPr/>
          </p:nvSpPr>
          <p:spPr>
            <a:xfrm>
              <a:off x="2124079" y="2107675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89" name="Google Shape;489;p37">
              <a:extLst>
                <a:ext uri="{FF2B5EF4-FFF2-40B4-BE49-F238E27FC236}">
                  <a16:creationId xmlns:a16="http://schemas.microsoft.com/office/drawing/2014/main" id="{579FBCDB-B239-F99A-0105-C96A1D5B9BCA}"/>
                </a:ext>
              </a:extLst>
            </p:cNvPr>
            <p:cNvSpPr/>
            <p:nvPr/>
          </p:nvSpPr>
          <p:spPr>
            <a:xfrm>
              <a:off x="2727104" y="341658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90" name="Google Shape;490;p37">
              <a:extLst>
                <a:ext uri="{FF2B5EF4-FFF2-40B4-BE49-F238E27FC236}">
                  <a16:creationId xmlns:a16="http://schemas.microsoft.com/office/drawing/2014/main" id="{B2540FF8-80A9-360E-8C9D-712BA000C579}"/>
                </a:ext>
              </a:extLst>
            </p:cNvPr>
            <p:cNvSpPr/>
            <p:nvPr/>
          </p:nvSpPr>
          <p:spPr>
            <a:xfrm>
              <a:off x="1154861" y="437562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91" name="Google Shape;491;p37">
              <a:extLst>
                <a:ext uri="{FF2B5EF4-FFF2-40B4-BE49-F238E27FC236}">
                  <a16:creationId xmlns:a16="http://schemas.microsoft.com/office/drawing/2014/main" id="{14B9F5D5-6F08-1A7D-3AA4-58D4974E190F}"/>
                </a:ext>
              </a:extLst>
            </p:cNvPr>
            <p:cNvSpPr/>
            <p:nvPr/>
          </p:nvSpPr>
          <p:spPr>
            <a:xfrm>
              <a:off x="1154861" y="414552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0603485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>
          <a:extLst>
            <a:ext uri="{FF2B5EF4-FFF2-40B4-BE49-F238E27FC236}">
              <a16:creationId xmlns:a16="http://schemas.microsoft.com/office/drawing/2014/main" id="{B5FFB92F-8BA7-EBE4-961E-84962D55D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5">
            <a:extLst>
              <a:ext uri="{FF2B5EF4-FFF2-40B4-BE49-F238E27FC236}">
                <a16:creationId xmlns:a16="http://schemas.microsoft.com/office/drawing/2014/main" id="{91E01CA7-D2A1-A91D-240C-082F63D0F4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7511" y="-163393"/>
            <a:ext cx="7661390" cy="120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/>
              <a:t>Analizador Sintáctico</a:t>
            </a:r>
            <a:endParaRPr lang="es-ES" noProof="0" dirty="0">
              <a:solidFill>
                <a:schemeClr val="accent4"/>
              </a:solidFill>
            </a:endParaRPr>
          </a:p>
        </p:txBody>
      </p:sp>
      <p:sp>
        <p:nvSpPr>
          <p:cNvPr id="408" name="Google Shape;408;p35">
            <a:extLst>
              <a:ext uri="{FF2B5EF4-FFF2-40B4-BE49-F238E27FC236}">
                <a16:creationId xmlns:a16="http://schemas.microsoft.com/office/drawing/2014/main" id="{7B1A6EFC-39A9-5934-7A7E-242F2DB39A4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94320" y="789982"/>
            <a:ext cx="8755359" cy="70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/>
              <a:t>Se seguirá la gramática, cada regla de producción será reflejada como una función</a:t>
            </a:r>
            <a:r>
              <a:rPr lang="es-ES" sz="1400" dirty="0"/>
              <a:t>. </a:t>
            </a:r>
            <a:r>
              <a:rPr lang="es-ES" sz="1400" noProof="0" dirty="0"/>
              <a:t>Por ejemplo:</a:t>
            </a:r>
            <a:endParaRPr lang="es-ES" noProof="0" dirty="0"/>
          </a:p>
        </p:txBody>
      </p:sp>
      <p:grpSp>
        <p:nvGrpSpPr>
          <p:cNvPr id="413" name="Google Shape;413;p35">
            <a:extLst>
              <a:ext uri="{FF2B5EF4-FFF2-40B4-BE49-F238E27FC236}">
                <a16:creationId xmlns:a16="http://schemas.microsoft.com/office/drawing/2014/main" id="{CE902EE4-D50A-267E-A7C4-636468A4423B}"/>
              </a:ext>
            </a:extLst>
          </p:cNvPr>
          <p:cNvGrpSpPr/>
          <p:nvPr/>
        </p:nvGrpSpPr>
        <p:grpSpPr>
          <a:xfrm>
            <a:off x="350039" y="3944000"/>
            <a:ext cx="2536147" cy="887325"/>
            <a:chOff x="880714" y="3731738"/>
            <a:chExt cx="2536147" cy="887325"/>
          </a:xfrm>
        </p:grpSpPr>
        <p:sp>
          <p:nvSpPr>
            <p:cNvPr id="414" name="Google Shape;414;p35">
              <a:extLst>
                <a:ext uri="{FF2B5EF4-FFF2-40B4-BE49-F238E27FC236}">
                  <a16:creationId xmlns:a16="http://schemas.microsoft.com/office/drawing/2014/main" id="{003E9AFE-4D24-81C5-B762-0A88C4C8E8DD}"/>
                </a:ext>
              </a:extLst>
            </p:cNvPr>
            <p:cNvSpPr/>
            <p:nvPr/>
          </p:nvSpPr>
          <p:spPr>
            <a:xfrm>
              <a:off x="880714" y="37482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15" name="Google Shape;415;p35">
              <a:extLst>
                <a:ext uri="{FF2B5EF4-FFF2-40B4-BE49-F238E27FC236}">
                  <a16:creationId xmlns:a16="http://schemas.microsoft.com/office/drawing/2014/main" id="{0F8A82F7-9F47-3098-0B9C-8DEF877A0C28}"/>
                </a:ext>
              </a:extLst>
            </p:cNvPr>
            <p:cNvSpPr/>
            <p:nvPr/>
          </p:nvSpPr>
          <p:spPr>
            <a:xfrm>
              <a:off x="880714" y="39872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16" name="Google Shape;416;p35">
              <a:extLst>
                <a:ext uri="{FF2B5EF4-FFF2-40B4-BE49-F238E27FC236}">
                  <a16:creationId xmlns:a16="http://schemas.microsoft.com/office/drawing/2014/main" id="{C5397CF6-66D3-50C5-E944-B168DA5C905C}"/>
                </a:ext>
              </a:extLst>
            </p:cNvPr>
            <p:cNvSpPr/>
            <p:nvPr/>
          </p:nvSpPr>
          <p:spPr>
            <a:xfrm>
              <a:off x="880732" y="42605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17" name="Google Shape;417;p35">
              <a:extLst>
                <a:ext uri="{FF2B5EF4-FFF2-40B4-BE49-F238E27FC236}">
                  <a16:creationId xmlns:a16="http://schemas.microsoft.com/office/drawing/2014/main" id="{81A6B49D-35BB-DA67-4FFA-969D34BAACA3}"/>
                </a:ext>
              </a:extLst>
            </p:cNvPr>
            <p:cNvSpPr/>
            <p:nvPr/>
          </p:nvSpPr>
          <p:spPr>
            <a:xfrm>
              <a:off x="1374131" y="4260575"/>
              <a:ext cx="5244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18" name="Google Shape;418;p35">
              <a:extLst>
                <a:ext uri="{FF2B5EF4-FFF2-40B4-BE49-F238E27FC236}">
                  <a16:creationId xmlns:a16="http://schemas.microsoft.com/office/drawing/2014/main" id="{375BE61C-2D22-8EAD-3C1E-B9E8BFF007D4}"/>
                </a:ext>
              </a:extLst>
            </p:cNvPr>
            <p:cNvSpPr/>
            <p:nvPr/>
          </p:nvSpPr>
          <p:spPr>
            <a:xfrm>
              <a:off x="2032952" y="4260575"/>
              <a:ext cx="661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19" name="Google Shape;419;p35">
              <a:extLst>
                <a:ext uri="{FF2B5EF4-FFF2-40B4-BE49-F238E27FC236}">
                  <a16:creationId xmlns:a16="http://schemas.microsoft.com/office/drawing/2014/main" id="{0B7A052D-38EA-3D72-A16B-1911AC845952}"/>
                </a:ext>
              </a:extLst>
            </p:cNvPr>
            <p:cNvSpPr/>
            <p:nvPr/>
          </p:nvSpPr>
          <p:spPr>
            <a:xfrm>
              <a:off x="2783250" y="4260575"/>
              <a:ext cx="241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20" name="Google Shape;420;p35">
              <a:extLst>
                <a:ext uri="{FF2B5EF4-FFF2-40B4-BE49-F238E27FC236}">
                  <a16:creationId xmlns:a16="http://schemas.microsoft.com/office/drawing/2014/main" id="{468944DE-3172-D251-A065-72C225E3DFA2}"/>
                </a:ext>
              </a:extLst>
            </p:cNvPr>
            <p:cNvSpPr/>
            <p:nvPr/>
          </p:nvSpPr>
          <p:spPr>
            <a:xfrm>
              <a:off x="880732" y="44691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21" name="Google Shape;421;p35">
              <a:extLst>
                <a:ext uri="{FF2B5EF4-FFF2-40B4-BE49-F238E27FC236}">
                  <a16:creationId xmlns:a16="http://schemas.microsoft.com/office/drawing/2014/main" id="{1FE3A172-5851-F32F-31AD-1A9515925844}"/>
                </a:ext>
              </a:extLst>
            </p:cNvPr>
            <p:cNvSpPr/>
            <p:nvPr/>
          </p:nvSpPr>
          <p:spPr>
            <a:xfrm>
              <a:off x="1374131" y="4469100"/>
              <a:ext cx="834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22" name="Google Shape;422;p35">
              <a:extLst>
                <a:ext uri="{FF2B5EF4-FFF2-40B4-BE49-F238E27FC236}">
                  <a16:creationId xmlns:a16="http://schemas.microsoft.com/office/drawing/2014/main" id="{91F43508-07FD-CC74-6503-F9DF72DF2693}"/>
                </a:ext>
              </a:extLst>
            </p:cNvPr>
            <p:cNvSpPr/>
            <p:nvPr/>
          </p:nvSpPr>
          <p:spPr>
            <a:xfrm>
              <a:off x="2318331" y="44691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23" name="Google Shape;423;p35">
              <a:extLst>
                <a:ext uri="{FF2B5EF4-FFF2-40B4-BE49-F238E27FC236}">
                  <a16:creationId xmlns:a16="http://schemas.microsoft.com/office/drawing/2014/main" id="{55C1FE9B-A28B-84A6-028E-39D127E64C84}"/>
                </a:ext>
              </a:extLst>
            </p:cNvPr>
            <p:cNvSpPr/>
            <p:nvPr/>
          </p:nvSpPr>
          <p:spPr>
            <a:xfrm>
              <a:off x="2783561" y="44711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24" name="Google Shape;424;p35">
              <a:extLst>
                <a:ext uri="{FF2B5EF4-FFF2-40B4-BE49-F238E27FC236}">
                  <a16:creationId xmlns:a16="http://schemas.microsoft.com/office/drawing/2014/main" id="{74C0985D-B763-4AD8-A707-A58FE4E3B43D}"/>
                </a:ext>
              </a:extLst>
            </p:cNvPr>
            <p:cNvSpPr/>
            <p:nvPr/>
          </p:nvSpPr>
          <p:spPr>
            <a:xfrm>
              <a:off x="1301861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25" name="Google Shape;425;p35">
              <a:extLst>
                <a:ext uri="{FF2B5EF4-FFF2-40B4-BE49-F238E27FC236}">
                  <a16:creationId xmlns:a16="http://schemas.microsoft.com/office/drawing/2014/main" id="{C58DBD0A-C71E-C27D-9B1F-DFE920B9FB17}"/>
                </a:ext>
              </a:extLst>
            </p:cNvPr>
            <p:cNvSpPr/>
            <p:nvPr/>
          </p:nvSpPr>
          <p:spPr>
            <a:xfrm>
              <a:off x="1301861" y="37317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26" name="Google Shape;426;p35">
              <a:extLst>
                <a:ext uri="{FF2B5EF4-FFF2-40B4-BE49-F238E27FC236}">
                  <a16:creationId xmlns:a16="http://schemas.microsoft.com/office/drawing/2014/main" id="{9199D2D7-DFBA-6BDD-9439-D084D1019D5D}"/>
                </a:ext>
              </a:extLst>
            </p:cNvPr>
            <p:cNvSpPr/>
            <p:nvPr/>
          </p:nvSpPr>
          <p:spPr>
            <a:xfrm>
              <a:off x="2028686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</p:grpSp>
      <p:sp>
        <p:nvSpPr>
          <p:cNvPr id="2" name="Google Shape;408;p35">
            <a:extLst>
              <a:ext uri="{FF2B5EF4-FFF2-40B4-BE49-F238E27FC236}">
                <a16:creationId xmlns:a16="http://schemas.microsoft.com/office/drawing/2014/main" id="{C28B168B-CC5D-AEF0-0A21-F4F5DCC9DF58}"/>
              </a:ext>
            </a:extLst>
          </p:cNvPr>
          <p:cNvSpPr txBox="1">
            <a:spLocks/>
          </p:cNvSpPr>
          <p:nvPr/>
        </p:nvSpPr>
        <p:spPr>
          <a:xfrm>
            <a:off x="917511" y="1421711"/>
            <a:ext cx="7374980" cy="705700"/>
          </a:xfrm>
          <a:prstGeom prst="rect">
            <a:avLst/>
          </a:prstGeom>
          <a:noFill/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171450" lvl="0" indent="-171450" algn="l" defTabSz="6858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514350" lvl="1" indent="-17145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857250" lvl="2" indent="-17145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200150" lvl="3" indent="-17145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543050" lvl="4" indent="-17145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1885950" lvl="5" indent="-17145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228850" lvl="6" indent="-17145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2571750" lvl="7" indent="-17145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2914650" lvl="8" indent="-17145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s-ES" sz="14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sentencia = </a:t>
            </a:r>
            <a:r>
              <a:rPr lang="es-ES" sz="14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declaracion</a:t>
            </a:r>
            <a:r>
              <a:rPr lang="es-ES" sz="14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| </a:t>
            </a:r>
            <a:r>
              <a:rPr lang="es-ES" sz="14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asignacion</a:t>
            </a:r>
            <a:r>
              <a:rPr lang="es-ES" sz="14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| </a:t>
            </a:r>
            <a:r>
              <a:rPr lang="es-ES" sz="14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entrada_salida</a:t>
            </a:r>
            <a:r>
              <a:rPr lang="es-ES" sz="14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| condicional | </a:t>
            </a:r>
            <a:r>
              <a:rPr lang="es-ES" sz="14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bucle_tantque</a:t>
            </a:r>
            <a:r>
              <a:rPr lang="es-ES" sz="14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| </a:t>
            </a:r>
            <a:r>
              <a:rPr lang="es-ES" sz="14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bucle_pour</a:t>
            </a:r>
            <a:r>
              <a:rPr lang="es-ES" sz="14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; </a:t>
            </a:r>
          </a:p>
          <a:p>
            <a:pPr marL="0" indent="0"/>
            <a:r>
              <a:rPr lang="es-ES" sz="14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declaracion</a:t>
            </a:r>
            <a:r>
              <a:rPr lang="es-ES" sz="14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tipo identificador [ "=" </a:t>
            </a:r>
            <a:r>
              <a:rPr lang="es-ES" sz="14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expresion</a:t>
            </a:r>
            <a:r>
              <a:rPr lang="es-ES" sz="14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] ";" ; </a:t>
            </a:r>
            <a:endParaRPr lang="es-MX" sz="1400" i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/>
            <a:endParaRPr lang="es-MX" sz="1400" i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/>
            <a:endParaRPr lang="es-ES" sz="1200" i="1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D412EE1-D8FE-84C0-9853-9C5BDC792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106" y="2127411"/>
            <a:ext cx="4131723" cy="28027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372448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>
          <a:extLst>
            <a:ext uri="{FF2B5EF4-FFF2-40B4-BE49-F238E27FC236}">
              <a16:creationId xmlns:a16="http://schemas.microsoft.com/office/drawing/2014/main" id="{B7E6742F-1B70-C291-23A5-7A4008E1C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6">
            <a:extLst>
              <a:ext uri="{FF2B5EF4-FFF2-40B4-BE49-F238E27FC236}">
                <a16:creationId xmlns:a16="http://schemas.microsoft.com/office/drawing/2014/main" id="{A0DA961F-76BF-1833-3DF3-A4B80FA498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/>
              <a:t>Arboles Sintácticos</a:t>
            </a:r>
            <a:endParaRPr lang="es-ES" noProof="0" dirty="0">
              <a:solidFill>
                <a:schemeClr val="lt2"/>
              </a:solidFill>
            </a:endParaRPr>
          </a:p>
        </p:txBody>
      </p:sp>
      <p:sp>
        <p:nvSpPr>
          <p:cNvPr id="433" name="Google Shape;433;p36">
            <a:extLst>
              <a:ext uri="{FF2B5EF4-FFF2-40B4-BE49-F238E27FC236}">
                <a16:creationId xmlns:a16="http://schemas.microsoft.com/office/drawing/2014/main" id="{39AAB8D6-F0D0-BEDA-5943-FF5142AD7815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63800" y="1380237"/>
            <a:ext cx="3602100" cy="12147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49580" algn="l">
              <a:lnSpc>
                <a:spcPct val="115000"/>
              </a:lnSpc>
              <a:spcAft>
                <a:spcPts val="800"/>
              </a:spcAft>
            </a:pPr>
            <a:r>
              <a:rPr lang="es-E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 se realiza el árbol sintáctico de:</a:t>
            </a:r>
            <a:endParaRPr lang="es-MX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49580" algn="l">
              <a:lnSpc>
                <a:spcPct val="115000"/>
              </a:lnSpc>
              <a:spcAft>
                <a:spcPts val="800"/>
              </a:spcAft>
            </a:pPr>
            <a:r>
              <a:rPr lang="es-ES" sz="18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entier</a:t>
            </a:r>
            <a:r>
              <a:rPr lang="es-ES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y = x + 2;</a:t>
            </a:r>
            <a:endParaRPr lang="es-MX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434" name="Google Shape;434;p36">
            <a:extLst>
              <a:ext uri="{FF2B5EF4-FFF2-40B4-BE49-F238E27FC236}">
                <a16:creationId xmlns:a16="http://schemas.microsoft.com/office/drawing/2014/main" id="{BB39368F-1E1E-9E00-77A6-3261D128B543}"/>
              </a:ext>
            </a:extLst>
          </p:cNvPr>
          <p:cNvGrpSpPr/>
          <p:nvPr/>
        </p:nvGrpSpPr>
        <p:grpSpPr>
          <a:xfrm>
            <a:off x="0" y="4256175"/>
            <a:ext cx="2536147" cy="887325"/>
            <a:chOff x="880714" y="3731738"/>
            <a:chExt cx="2536147" cy="887325"/>
          </a:xfrm>
        </p:grpSpPr>
        <p:sp>
          <p:nvSpPr>
            <p:cNvPr id="435" name="Google Shape;435;p36">
              <a:extLst>
                <a:ext uri="{FF2B5EF4-FFF2-40B4-BE49-F238E27FC236}">
                  <a16:creationId xmlns:a16="http://schemas.microsoft.com/office/drawing/2014/main" id="{307A1E43-8976-605A-0E1F-43798D504CB7}"/>
                </a:ext>
              </a:extLst>
            </p:cNvPr>
            <p:cNvSpPr/>
            <p:nvPr/>
          </p:nvSpPr>
          <p:spPr>
            <a:xfrm>
              <a:off x="880714" y="37482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36" name="Google Shape;436;p36">
              <a:extLst>
                <a:ext uri="{FF2B5EF4-FFF2-40B4-BE49-F238E27FC236}">
                  <a16:creationId xmlns:a16="http://schemas.microsoft.com/office/drawing/2014/main" id="{A3BA8616-72E9-26B8-FBE9-9DB2430F616F}"/>
                </a:ext>
              </a:extLst>
            </p:cNvPr>
            <p:cNvSpPr/>
            <p:nvPr/>
          </p:nvSpPr>
          <p:spPr>
            <a:xfrm>
              <a:off x="880714" y="39872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37" name="Google Shape;437;p36">
              <a:extLst>
                <a:ext uri="{FF2B5EF4-FFF2-40B4-BE49-F238E27FC236}">
                  <a16:creationId xmlns:a16="http://schemas.microsoft.com/office/drawing/2014/main" id="{B578CEFA-3794-34F5-0376-DDB5767EC91D}"/>
                </a:ext>
              </a:extLst>
            </p:cNvPr>
            <p:cNvSpPr/>
            <p:nvPr/>
          </p:nvSpPr>
          <p:spPr>
            <a:xfrm>
              <a:off x="880732" y="42605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38" name="Google Shape;438;p36">
              <a:extLst>
                <a:ext uri="{FF2B5EF4-FFF2-40B4-BE49-F238E27FC236}">
                  <a16:creationId xmlns:a16="http://schemas.microsoft.com/office/drawing/2014/main" id="{1D0445E5-4663-8565-7B98-2509D00CA6F7}"/>
                </a:ext>
              </a:extLst>
            </p:cNvPr>
            <p:cNvSpPr/>
            <p:nvPr/>
          </p:nvSpPr>
          <p:spPr>
            <a:xfrm>
              <a:off x="1374131" y="4260575"/>
              <a:ext cx="5244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39" name="Google Shape;439;p36">
              <a:extLst>
                <a:ext uri="{FF2B5EF4-FFF2-40B4-BE49-F238E27FC236}">
                  <a16:creationId xmlns:a16="http://schemas.microsoft.com/office/drawing/2014/main" id="{CCA3AC22-8625-915A-0330-29267B4E0048}"/>
                </a:ext>
              </a:extLst>
            </p:cNvPr>
            <p:cNvSpPr/>
            <p:nvPr/>
          </p:nvSpPr>
          <p:spPr>
            <a:xfrm>
              <a:off x="2032952" y="4260575"/>
              <a:ext cx="661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40" name="Google Shape;440;p36">
              <a:extLst>
                <a:ext uri="{FF2B5EF4-FFF2-40B4-BE49-F238E27FC236}">
                  <a16:creationId xmlns:a16="http://schemas.microsoft.com/office/drawing/2014/main" id="{C079924A-A798-3753-F82C-11DB1A668D93}"/>
                </a:ext>
              </a:extLst>
            </p:cNvPr>
            <p:cNvSpPr/>
            <p:nvPr/>
          </p:nvSpPr>
          <p:spPr>
            <a:xfrm>
              <a:off x="2783250" y="4260575"/>
              <a:ext cx="241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41" name="Google Shape;441;p36">
              <a:extLst>
                <a:ext uri="{FF2B5EF4-FFF2-40B4-BE49-F238E27FC236}">
                  <a16:creationId xmlns:a16="http://schemas.microsoft.com/office/drawing/2014/main" id="{242CAF97-8F19-AAD7-1C0C-67A6E9029532}"/>
                </a:ext>
              </a:extLst>
            </p:cNvPr>
            <p:cNvSpPr/>
            <p:nvPr/>
          </p:nvSpPr>
          <p:spPr>
            <a:xfrm>
              <a:off x="880732" y="44691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42" name="Google Shape;442;p36">
              <a:extLst>
                <a:ext uri="{FF2B5EF4-FFF2-40B4-BE49-F238E27FC236}">
                  <a16:creationId xmlns:a16="http://schemas.microsoft.com/office/drawing/2014/main" id="{AF31776F-E0A2-1E13-0327-DB815297C9A2}"/>
                </a:ext>
              </a:extLst>
            </p:cNvPr>
            <p:cNvSpPr/>
            <p:nvPr/>
          </p:nvSpPr>
          <p:spPr>
            <a:xfrm>
              <a:off x="1374131" y="4469100"/>
              <a:ext cx="834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43" name="Google Shape;443;p36">
              <a:extLst>
                <a:ext uri="{FF2B5EF4-FFF2-40B4-BE49-F238E27FC236}">
                  <a16:creationId xmlns:a16="http://schemas.microsoft.com/office/drawing/2014/main" id="{15DDD559-C062-5D84-2920-D04ECCF5A388}"/>
                </a:ext>
              </a:extLst>
            </p:cNvPr>
            <p:cNvSpPr/>
            <p:nvPr/>
          </p:nvSpPr>
          <p:spPr>
            <a:xfrm>
              <a:off x="2318331" y="44691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44" name="Google Shape;444;p36">
              <a:extLst>
                <a:ext uri="{FF2B5EF4-FFF2-40B4-BE49-F238E27FC236}">
                  <a16:creationId xmlns:a16="http://schemas.microsoft.com/office/drawing/2014/main" id="{3CF3E183-A72F-A4A5-E40E-FB66DDD314EF}"/>
                </a:ext>
              </a:extLst>
            </p:cNvPr>
            <p:cNvSpPr/>
            <p:nvPr/>
          </p:nvSpPr>
          <p:spPr>
            <a:xfrm>
              <a:off x="2783561" y="44711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45" name="Google Shape;445;p36">
              <a:extLst>
                <a:ext uri="{FF2B5EF4-FFF2-40B4-BE49-F238E27FC236}">
                  <a16:creationId xmlns:a16="http://schemas.microsoft.com/office/drawing/2014/main" id="{1E8A4BFB-2A38-4A87-84C1-E25508673083}"/>
                </a:ext>
              </a:extLst>
            </p:cNvPr>
            <p:cNvSpPr/>
            <p:nvPr/>
          </p:nvSpPr>
          <p:spPr>
            <a:xfrm>
              <a:off x="1301861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46" name="Google Shape;446;p36">
              <a:extLst>
                <a:ext uri="{FF2B5EF4-FFF2-40B4-BE49-F238E27FC236}">
                  <a16:creationId xmlns:a16="http://schemas.microsoft.com/office/drawing/2014/main" id="{36D84FA4-B9AE-2C23-4F5E-876B05B6C5C3}"/>
                </a:ext>
              </a:extLst>
            </p:cNvPr>
            <p:cNvSpPr/>
            <p:nvPr/>
          </p:nvSpPr>
          <p:spPr>
            <a:xfrm>
              <a:off x="1301861" y="37317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47" name="Google Shape;447;p36">
              <a:extLst>
                <a:ext uri="{FF2B5EF4-FFF2-40B4-BE49-F238E27FC236}">
                  <a16:creationId xmlns:a16="http://schemas.microsoft.com/office/drawing/2014/main" id="{19433410-7B57-55AE-C9F3-88FDF013CFAC}"/>
                </a:ext>
              </a:extLst>
            </p:cNvPr>
            <p:cNvSpPr/>
            <p:nvPr/>
          </p:nvSpPr>
          <p:spPr>
            <a:xfrm>
              <a:off x="2028686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62D4A719-6C89-48FC-AAD6-801C62525D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9412" y="949283"/>
            <a:ext cx="3573449" cy="3749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868710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>
          <a:extLst>
            <a:ext uri="{FF2B5EF4-FFF2-40B4-BE49-F238E27FC236}">
              <a16:creationId xmlns:a16="http://schemas.microsoft.com/office/drawing/2014/main" id="{FFD84926-4AAB-3EA2-89FF-BA18A0C43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4">
            <a:extLst>
              <a:ext uri="{FF2B5EF4-FFF2-40B4-BE49-F238E27FC236}">
                <a16:creationId xmlns:a16="http://schemas.microsoft.com/office/drawing/2014/main" id="{CCBDA4A4-1FEA-121D-CE2D-89892EDC72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58865" y="124441"/>
            <a:ext cx="6121966" cy="69083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noProof="0" dirty="0"/>
              <a:t>Analizador Semántico</a:t>
            </a:r>
          </a:p>
        </p:txBody>
      </p:sp>
      <p:grpSp>
        <p:nvGrpSpPr>
          <p:cNvPr id="355" name="Google Shape;355;p34">
            <a:extLst>
              <a:ext uri="{FF2B5EF4-FFF2-40B4-BE49-F238E27FC236}">
                <a16:creationId xmlns:a16="http://schemas.microsoft.com/office/drawing/2014/main" id="{A8C6F285-53B8-E074-D711-A12528E1175C}"/>
              </a:ext>
            </a:extLst>
          </p:cNvPr>
          <p:cNvGrpSpPr/>
          <p:nvPr/>
        </p:nvGrpSpPr>
        <p:grpSpPr>
          <a:xfrm>
            <a:off x="335642" y="696438"/>
            <a:ext cx="2932044" cy="3907563"/>
            <a:chOff x="335642" y="696438"/>
            <a:chExt cx="2932044" cy="3907563"/>
          </a:xfrm>
        </p:grpSpPr>
        <p:sp>
          <p:nvSpPr>
            <p:cNvPr id="356" name="Google Shape;356;p34">
              <a:extLst>
                <a:ext uri="{FF2B5EF4-FFF2-40B4-BE49-F238E27FC236}">
                  <a16:creationId xmlns:a16="http://schemas.microsoft.com/office/drawing/2014/main" id="{0F24E132-1172-EF3D-6F8D-A8343A2B37CA}"/>
                </a:ext>
              </a:extLst>
            </p:cNvPr>
            <p:cNvSpPr/>
            <p:nvPr/>
          </p:nvSpPr>
          <p:spPr>
            <a:xfrm>
              <a:off x="335642" y="70501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57" name="Google Shape;357;p34">
              <a:extLst>
                <a:ext uri="{FF2B5EF4-FFF2-40B4-BE49-F238E27FC236}">
                  <a16:creationId xmlns:a16="http://schemas.microsoft.com/office/drawing/2014/main" id="{38535C3F-9843-8C14-F85E-CF434A22C6CB}"/>
                </a:ext>
              </a:extLst>
            </p:cNvPr>
            <p:cNvSpPr/>
            <p:nvPr/>
          </p:nvSpPr>
          <p:spPr>
            <a:xfrm>
              <a:off x="821967" y="6964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58" name="Google Shape;358;p34">
              <a:extLst>
                <a:ext uri="{FF2B5EF4-FFF2-40B4-BE49-F238E27FC236}">
                  <a16:creationId xmlns:a16="http://schemas.microsoft.com/office/drawing/2014/main" id="{13596B7B-3FBF-3D33-45B5-307697140920}"/>
                </a:ext>
              </a:extLst>
            </p:cNvPr>
            <p:cNvSpPr/>
            <p:nvPr/>
          </p:nvSpPr>
          <p:spPr>
            <a:xfrm>
              <a:off x="335642" y="10172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59" name="Google Shape;359;p34">
              <a:extLst>
                <a:ext uri="{FF2B5EF4-FFF2-40B4-BE49-F238E27FC236}">
                  <a16:creationId xmlns:a16="http://schemas.microsoft.com/office/drawing/2014/main" id="{759424F8-2459-5B59-DC5E-C64047BECF3B}"/>
                </a:ext>
              </a:extLst>
            </p:cNvPr>
            <p:cNvSpPr/>
            <p:nvPr/>
          </p:nvSpPr>
          <p:spPr>
            <a:xfrm>
              <a:off x="335642" y="1343950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60" name="Google Shape;360;p34">
              <a:extLst>
                <a:ext uri="{FF2B5EF4-FFF2-40B4-BE49-F238E27FC236}">
                  <a16:creationId xmlns:a16="http://schemas.microsoft.com/office/drawing/2014/main" id="{B0734096-F8A4-54BD-81CE-EAE2202E450D}"/>
                </a:ext>
              </a:extLst>
            </p:cNvPr>
            <p:cNvSpPr/>
            <p:nvPr/>
          </p:nvSpPr>
          <p:spPr>
            <a:xfrm>
              <a:off x="335642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61" name="Google Shape;361;p34">
              <a:extLst>
                <a:ext uri="{FF2B5EF4-FFF2-40B4-BE49-F238E27FC236}">
                  <a16:creationId xmlns:a16="http://schemas.microsoft.com/office/drawing/2014/main" id="{9645F1A9-89A1-08DD-827F-D4C532E79E77}"/>
                </a:ext>
              </a:extLst>
            </p:cNvPr>
            <p:cNvSpPr/>
            <p:nvPr/>
          </p:nvSpPr>
          <p:spPr>
            <a:xfrm>
              <a:off x="770496" y="1670688"/>
              <a:ext cx="45446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62" name="Google Shape;362;p34">
              <a:extLst>
                <a:ext uri="{FF2B5EF4-FFF2-40B4-BE49-F238E27FC236}">
                  <a16:creationId xmlns:a16="http://schemas.microsoft.com/office/drawing/2014/main" id="{D6FD8A9D-9FE2-56D6-04DC-BAA8819AADBD}"/>
                </a:ext>
              </a:extLst>
            </p:cNvPr>
            <p:cNvSpPr/>
            <p:nvPr/>
          </p:nvSpPr>
          <p:spPr>
            <a:xfrm>
              <a:off x="1304877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63" name="Google Shape;363;p34">
              <a:extLst>
                <a:ext uri="{FF2B5EF4-FFF2-40B4-BE49-F238E27FC236}">
                  <a16:creationId xmlns:a16="http://schemas.microsoft.com/office/drawing/2014/main" id="{FBA03125-C145-5A47-25D1-2A2785609934}"/>
                </a:ext>
              </a:extLst>
            </p:cNvPr>
            <p:cNvSpPr/>
            <p:nvPr/>
          </p:nvSpPr>
          <p:spPr>
            <a:xfrm>
              <a:off x="335642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64" name="Google Shape;364;p34">
              <a:extLst>
                <a:ext uri="{FF2B5EF4-FFF2-40B4-BE49-F238E27FC236}">
                  <a16:creationId xmlns:a16="http://schemas.microsoft.com/office/drawing/2014/main" id="{40569B14-11D6-9006-E5AB-DDE1EF328336}"/>
                </a:ext>
              </a:extLst>
            </p:cNvPr>
            <p:cNvSpPr/>
            <p:nvPr/>
          </p:nvSpPr>
          <p:spPr>
            <a:xfrm>
              <a:off x="335642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65" name="Google Shape;365;p34">
              <a:extLst>
                <a:ext uri="{FF2B5EF4-FFF2-40B4-BE49-F238E27FC236}">
                  <a16:creationId xmlns:a16="http://schemas.microsoft.com/office/drawing/2014/main" id="{6926DA5B-7A12-3977-AFFE-5DF8438E77D4}"/>
                </a:ext>
              </a:extLst>
            </p:cNvPr>
            <p:cNvSpPr/>
            <p:nvPr/>
          </p:nvSpPr>
          <p:spPr>
            <a:xfrm>
              <a:off x="335642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66" name="Google Shape;366;p34">
              <a:extLst>
                <a:ext uri="{FF2B5EF4-FFF2-40B4-BE49-F238E27FC236}">
                  <a16:creationId xmlns:a16="http://schemas.microsoft.com/office/drawing/2014/main" id="{6B41A095-F548-D232-7B09-9D7A3644D232}"/>
                </a:ext>
              </a:extLst>
            </p:cNvPr>
            <p:cNvSpPr/>
            <p:nvPr/>
          </p:nvSpPr>
          <p:spPr>
            <a:xfrm>
              <a:off x="335642" y="29419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67" name="Google Shape;367;p34">
              <a:extLst>
                <a:ext uri="{FF2B5EF4-FFF2-40B4-BE49-F238E27FC236}">
                  <a16:creationId xmlns:a16="http://schemas.microsoft.com/office/drawing/2014/main" id="{70A75A3E-91BE-88D1-D84B-7F045FBA511D}"/>
                </a:ext>
              </a:extLst>
            </p:cNvPr>
            <p:cNvSpPr/>
            <p:nvPr/>
          </p:nvSpPr>
          <p:spPr>
            <a:xfrm>
              <a:off x="349364" y="37229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68" name="Google Shape;368;p34">
              <a:extLst>
                <a:ext uri="{FF2B5EF4-FFF2-40B4-BE49-F238E27FC236}">
                  <a16:creationId xmlns:a16="http://schemas.microsoft.com/office/drawing/2014/main" id="{39D6E56D-4576-6008-B0AF-F46E22846A62}"/>
                </a:ext>
              </a:extLst>
            </p:cNvPr>
            <p:cNvSpPr/>
            <p:nvPr/>
          </p:nvSpPr>
          <p:spPr>
            <a:xfrm>
              <a:off x="770496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69" name="Google Shape;369;p34">
              <a:extLst>
                <a:ext uri="{FF2B5EF4-FFF2-40B4-BE49-F238E27FC236}">
                  <a16:creationId xmlns:a16="http://schemas.microsoft.com/office/drawing/2014/main" id="{5670EBE6-79D7-1884-7CA4-0195C43BF1FE}"/>
                </a:ext>
              </a:extLst>
            </p:cNvPr>
            <p:cNvSpPr/>
            <p:nvPr/>
          </p:nvSpPr>
          <p:spPr>
            <a:xfrm>
              <a:off x="731557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70" name="Google Shape;370;p34">
              <a:extLst>
                <a:ext uri="{FF2B5EF4-FFF2-40B4-BE49-F238E27FC236}">
                  <a16:creationId xmlns:a16="http://schemas.microsoft.com/office/drawing/2014/main" id="{2508D73F-C645-BF36-6141-27262E46ED86}"/>
                </a:ext>
              </a:extLst>
            </p:cNvPr>
            <p:cNvSpPr/>
            <p:nvPr/>
          </p:nvSpPr>
          <p:spPr>
            <a:xfrm>
              <a:off x="770496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71" name="Google Shape;371;p34">
              <a:extLst>
                <a:ext uri="{FF2B5EF4-FFF2-40B4-BE49-F238E27FC236}">
                  <a16:creationId xmlns:a16="http://schemas.microsoft.com/office/drawing/2014/main" id="{82E61FF2-BB09-1B40-D4BB-74A5E55C8A94}"/>
                </a:ext>
              </a:extLst>
            </p:cNvPr>
            <p:cNvSpPr/>
            <p:nvPr/>
          </p:nvSpPr>
          <p:spPr>
            <a:xfrm>
              <a:off x="770496" y="2958925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72" name="Google Shape;372;p34">
              <a:extLst>
                <a:ext uri="{FF2B5EF4-FFF2-40B4-BE49-F238E27FC236}">
                  <a16:creationId xmlns:a16="http://schemas.microsoft.com/office/drawing/2014/main" id="{D2F62410-58BF-4F7B-12E4-E12AFB9AA3E2}"/>
                </a:ext>
              </a:extLst>
            </p:cNvPr>
            <p:cNvSpPr/>
            <p:nvPr/>
          </p:nvSpPr>
          <p:spPr>
            <a:xfrm>
              <a:off x="770496" y="32848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73" name="Google Shape;373;p34">
              <a:extLst>
                <a:ext uri="{FF2B5EF4-FFF2-40B4-BE49-F238E27FC236}">
                  <a16:creationId xmlns:a16="http://schemas.microsoft.com/office/drawing/2014/main" id="{4BF327A3-65B8-3E0A-0282-9F0646B30DB9}"/>
                </a:ext>
              </a:extLst>
            </p:cNvPr>
            <p:cNvSpPr/>
            <p:nvPr/>
          </p:nvSpPr>
          <p:spPr>
            <a:xfrm>
              <a:off x="1174186" y="1981263"/>
              <a:ext cx="63339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74" name="Google Shape;374;p34">
              <a:extLst>
                <a:ext uri="{FF2B5EF4-FFF2-40B4-BE49-F238E27FC236}">
                  <a16:creationId xmlns:a16="http://schemas.microsoft.com/office/drawing/2014/main" id="{59A9429C-B90C-D977-061B-AE79D3B738BC}"/>
                </a:ext>
              </a:extLst>
            </p:cNvPr>
            <p:cNvSpPr/>
            <p:nvPr/>
          </p:nvSpPr>
          <p:spPr>
            <a:xfrm>
              <a:off x="1174186" y="2324113"/>
              <a:ext cx="88477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75" name="Google Shape;375;p34">
              <a:extLst>
                <a:ext uri="{FF2B5EF4-FFF2-40B4-BE49-F238E27FC236}">
                  <a16:creationId xmlns:a16="http://schemas.microsoft.com/office/drawing/2014/main" id="{21DADD2D-8E09-757C-CA09-FC410C14FD9A}"/>
                </a:ext>
              </a:extLst>
            </p:cNvPr>
            <p:cNvSpPr/>
            <p:nvPr/>
          </p:nvSpPr>
          <p:spPr>
            <a:xfrm>
              <a:off x="1205349" y="26330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76" name="Google Shape;376;p34">
              <a:extLst>
                <a:ext uri="{FF2B5EF4-FFF2-40B4-BE49-F238E27FC236}">
                  <a16:creationId xmlns:a16="http://schemas.microsoft.com/office/drawing/2014/main" id="{37D5ABDB-69CE-D6BC-C3AA-F2B91ACD9A0C}"/>
                </a:ext>
              </a:extLst>
            </p:cNvPr>
            <p:cNvSpPr/>
            <p:nvPr/>
          </p:nvSpPr>
          <p:spPr>
            <a:xfrm>
              <a:off x="1205349" y="29775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77" name="Google Shape;377;p34">
              <a:extLst>
                <a:ext uri="{FF2B5EF4-FFF2-40B4-BE49-F238E27FC236}">
                  <a16:creationId xmlns:a16="http://schemas.microsoft.com/office/drawing/2014/main" id="{BE8530D1-FEDE-AC28-7BD8-2BDDC5C08341}"/>
                </a:ext>
              </a:extLst>
            </p:cNvPr>
            <p:cNvSpPr/>
            <p:nvPr/>
          </p:nvSpPr>
          <p:spPr>
            <a:xfrm>
              <a:off x="1205349" y="3284813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78" name="Google Shape;378;p34">
              <a:extLst>
                <a:ext uri="{FF2B5EF4-FFF2-40B4-BE49-F238E27FC236}">
                  <a16:creationId xmlns:a16="http://schemas.microsoft.com/office/drawing/2014/main" id="{FAF5CF4D-E179-F4D3-0970-81BA43F866DA}"/>
                </a:ext>
              </a:extLst>
            </p:cNvPr>
            <p:cNvSpPr/>
            <p:nvPr/>
          </p:nvSpPr>
          <p:spPr>
            <a:xfrm>
              <a:off x="1883777" y="1981263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79" name="Google Shape;379;p34">
              <a:extLst>
                <a:ext uri="{FF2B5EF4-FFF2-40B4-BE49-F238E27FC236}">
                  <a16:creationId xmlns:a16="http://schemas.microsoft.com/office/drawing/2014/main" id="{1F574A09-6A59-47BD-1D6D-AC7E6B7F5349}"/>
                </a:ext>
              </a:extLst>
            </p:cNvPr>
            <p:cNvSpPr/>
            <p:nvPr/>
          </p:nvSpPr>
          <p:spPr>
            <a:xfrm>
              <a:off x="2174096" y="2307150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80" name="Google Shape;380;p34">
              <a:extLst>
                <a:ext uri="{FF2B5EF4-FFF2-40B4-BE49-F238E27FC236}">
                  <a16:creationId xmlns:a16="http://schemas.microsoft.com/office/drawing/2014/main" id="{C685951C-CB68-6BE5-9761-3B4FF2CAADCA}"/>
                </a:ext>
              </a:extLst>
            </p:cNvPr>
            <p:cNvSpPr/>
            <p:nvPr/>
          </p:nvSpPr>
          <p:spPr>
            <a:xfrm>
              <a:off x="2342750" y="26330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81" name="Google Shape;381;p34">
              <a:extLst>
                <a:ext uri="{FF2B5EF4-FFF2-40B4-BE49-F238E27FC236}">
                  <a16:creationId xmlns:a16="http://schemas.microsoft.com/office/drawing/2014/main" id="{A420B3E7-AC9F-2051-AC8F-9CF86974DE94}"/>
                </a:ext>
              </a:extLst>
            </p:cNvPr>
            <p:cNvSpPr/>
            <p:nvPr/>
          </p:nvSpPr>
          <p:spPr>
            <a:xfrm>
              <a:off x="2342750" y="32848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82" name="Google Shape;382;p34">
              <a:extLst>
                <a:ext uri="{FF2B5EF4-FFF2-40B4-BE49-F238E27FC236}">
                  <a16:creationId xmlns:a16="http://schemas.microsoft.com/office/drawing/2014/main" id="{551DDE81-5471-4145-06CB-979F430A0DBC}"/>
                </a:ext>
              </a:extLst>
            </p:cNvPr>
            <p:cNvSpPr/>
            <p:nvPr/>
          </p:nvSpPr>
          <p:spPr>
            <a:xfrm>
              <a:off x="349364" y="39620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83" name="Google Shape;383;p34">
              <a:extLst>
                <a:ext uri="{FF2B5EF4-FFF2-40B4-BE49-F238E27FC236}">
                  <a16:creationId xmlns:a16="http://schemas.microsoft.com/office/drawing/2014/main" id="{A969938B-582F-4ACA-C9B7-F48C597A06AA}"/>
                </a:ext>
              </a:extLst>
            </p:cNvPr>
            <p:cNvSpPr/>
            <p:nvPr/>
          </p:nvSpPr>
          <p:spPr>
            <a:xfrm>
              <a:off x="731557" y="42455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84" name="Google Shape;384;p34">
              <a:extLst>
                <a:ext uri="{FF2B5EF4-FFF2-40B4-BE49-F238E27FC236}">
                  <a16:creationId xmlns:a16="http://schemas.microsoft.com/office/drawing/2014/main" id="{BE03541B-D61B-7480-C39C-1B8700603049}"/>
                </a:ext>
              </a:extLst>
            </p:cNvPr>
            <p:cNvSpPr/>
            <p:nvPr/>
          </p:nvSpPr>
          <p:spPr>
            <a:xfrm>
              <a:off x="1224956" y="4245513"/>
              <a:ext cx="52434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85" name="Google Shape;385;p34">
              <a:extLst>
                <a:ext uri="{FF2B5EF4-FFF2-40B4-BE49-F238E27FC236}">
                  <a16:creationId xmlns:a16="http://schemas.microsoft.com/office/drawing/2014/main" id="{0169B10D-353C-92C4-10FD-355BAA432D9D}"/>
                </a:ext>
              </a:extLst>
            </p:cNvPr>
            <p:cNvSpPr/>
            <p:nvPr/>
          </p:nvSpPr>
          <p:spPr>
            <a:xfrm>
              <a:off x="1883777" y="4245513"/>
              <a:ext cx="661931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86" name="Google Shape;386;p34">
              <a:extLst>
                <a:ext uri="{FF2B5EF4-FFF2-40B4-BE49-F238E27FC236}">
                  <a16:creationId xmlns:a16="http://schemas.microsoft.com/office/drawing/2014/main" id="{9ABD4E20-B42F-951A-28D6-9F40AB55F3F8}"/>
                </a:ext>
              </a:extLst>
            </p:cNvPr>
            <p:cNvSpPr/>
            <p:nvPr/>
          </p:nvSpPr>
          <p:spPr>
            <a:xfrm>
              <a:off x="2634075" y="4245513"/>
              <a:ext cx="241501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87" name="Google Shape;387;p34">
              <a:extLst>
                <a:ext uri="{FF2B5EF4-FFF2-40B4-BE49-F238E27FC236}">
                  <a16:creationId xmlns:a16="http://schemas.microsoft.com/office/drawing/2014/main" id="{72B73B4E-8AC8-3DDE-0361-FC5EE1057D82}"/>
                </a:ext>
              </a:extLst>
            </p:cNvPr>
            <p:cNvSpPr/>
            <p:nvPr/>
          </p:nvSpPr>
          <p:spPr>
            <a:xfrm>
              <a:off x="731557" y="4454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88" name="Google Shape;388;p34">
              <a:extLst>
                <a:ext uri="{FF2B5EF4-FFF2-40B4-BE49-F238E27FC236}">
                  <a16:creationId xmlns:a16="http://schemas.microsoft.com/office/drawing/2014/main" id="{B25215BE-1FF2-B0C2-D8B4-165CF2E34FE6}"/>
                </a:ext>
              </a:extLst>
            </p:cNvPr>
            <p:cNvSpPr/>
            <p:nvPr/>
          </p:nvSpPr>
          <p:spPr>
            <a:xfrm>
              <a:off x="1224956" y="4454038"/>
              <a:ext cx="83390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89" name="Google Shape;389;p34">
              <a:extLst>
                <a:ext uri="{FF2B5EF4-FFF2-40B4-BE49-F238E27FC236}">
                  <a16:creationId xmlns:a16="http://schemas.microsoft.com/office/drawing/2014/main" id="{BB583138-74F3-CE88-8058-DA39A6138A19}"/>
                </a:ext>
              </a:extLst>
            </p:cNvPr>
            <p:cNvSpPr/>
            <p:nvPr/>
          </p:nvSpPr>
          <p:spPr>
            <a:xfrm>
              <a:off x="2169156" y="44540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90" name="Google Shape;390;p34">
              <a:extLst>
                <a:ext uri="{FF2B5EF4-FFF2-40B4-BE49-F238E27FC236}">
                  <a16:creationId xmlns:a16="http://schemas.microsoft.com/office/drawing/2014/main" id="{04F4EDBE-7163-108B-52F5-DA338B4353EA}"/>
                </a:ext>
              </a:extLst>
            </p:cNvPr>
            <p:cNvSpPr/>
            <p:nvPr/>
          </p:nvSpPr>
          <p:spPr>
            <a:xfrm>
              <a:off x="1250486" y="7083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91" name="Google Shape;391;p34">
              <a:extLst>
                <a:ext uri="{FF2B5EF4-FFF2-40B4-BE49-F238E27FC236}">
                  <a16:creationId xmlns:a16="http://schemas.microsoft.com/office/drawing/2014/main" id="{FEE3DA7F-411F-ED03-FBF6-699742256CDC}"/>
                </a:ext>
              </a:extLst>
            </p:cNvPr>
            <p:cNvSpPr/>
            <p:nvPr/>
          </p:nvSpPr>
          <p:spPr>
            <a:xfrm>
              <a:off x="821986" y="10172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92" name="Google Shape;392;p34">
              <a:extLst>
                <a:ext uri="{FF2B5EF4-FFF2-40B4-BE49-F238E27FC236}">
                  <a16:creationId xmlns:a16="http://schemas.microsoft.com/office/drawing/2014/main" id="{DAF4C831-A944-0D75-10F1-C3D2BB9A0C96}"/>
                </a:ext>
              </a:extLst>
            </p:cNvPr>
            <p:cNvSpPr/>
            <p:nvPr/>
          </p:nvSpPr>
          <p:spPr>
            <a:xfrm>
              <a:off x="1555286" y="10131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93" name="Google Shape;393;p34">
              <a:extLst>
                <a:ext uri="{FF2B5EF4-FFF2-40B4-BE49-F238E27FC236}">
                  <a16:creationId xmlns:a16="http://schemas.microsoft.com/office/drawing/2014/main" id="{88FA6A65-FDD7-AEEE-CC68-A4C8C327C10D}"/>
                </a:ext>
              </a:extLst>
            </p:cNvPr>
            <p:cNvSpPr/>
            <p:nvPr/>
          </p:nvSpPr>
          <p:spPr>
            <a:xfrm>
              <a:off x="821979" y="134398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94" name="Google Shape;394;p34">
              <a:extLst>
                <a:ext uri="{FF2B5EF4-FFF2-40B4-BE49-F238E27FC236}">
                  <a16:creationId xmlns:a16="http://schemas.microsoft.com/office/drawing/2014/main" id="{340ED07C-BD66-6B05-4D80-09E921D4098A}"/>
                </a:ext>
              </a:extLst>
            </p:cNvPr>
            <p:cNvSpPr/>
            <p:nvPr/>
          </p:nvSpPr>
          <p:spPr>
            <a:xfrm>
              <a:off x="1739729" y="1668625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95" name="Google Shape;395;p34">
              <a:extLst>
                <a:ext uri="{FF2B5EF4-FFF2-40B4-BE49-F238E27FC236}">
                  <a16:creationId xmlns:a16="http://schemas.microsoft.com/office/drawing/2014/main" id="{6B1FD6E3-CD4B-0F0F-165F-7B193A5DD688}"/>
                </a:ext>
              </a:extLst>
            </p:cNvPr>
            <p:cNvSpPr/>
            <p:nvPr/>
          </p:nvSpPr>
          <p:spPr>
            <a:xfrm>
              <a:off x="2342754" y="297753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96" name="Google Shape;396;p34">
              <a:extLst>
                <a:ext uri="{FF2B5EF4-FFF2-40B4-BE49-F238E27FC236}">
                  <a16:creationId xmlns:a16="http://schemas.microsoft.com/office/drawing/2014/main" id="{0279CE71-CFD5-D2BB-C179-31A1E3DE835C}"/>
                </a:ext>
              </a:extLst>
            </p:cNvPr>
            <p:cNvSpPr/>
            <p:nvPr/>
          </p:nvSpPr>
          <p:spPr>
            <a:xfrm>
              <a:off x="2537025" y="19812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97" name="Google Shape;397;p34">
              <a:extLst>
                <a:ext uri="{FF2B5EF4-FFF2-40B4-BE49-F238E27FC236}">
                  <a16:creationId xmlns:a16="http://schemas.microsoft.com/office/drawing/2014/main" id="{BF82C33F-BC48-C7B1-29DF-30BC6145E8C6}"/>
                </a:ext>
              </a:extLst>
            </p:cNvPr>
            <p:cNvSpPr/>
            <p:nvPr/>
          </p:nvSpPr>
          <p:spPr>
            <a:xfrm>
              <a:off x="2805050" y="263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98" name="Google Shape;398;p34">
              <a:extLst>
                <a:ext uri="{FF2B5EF4-FFF2-40B4-BE49-F238E27FC236}">
                  <a16:creationId xmlns:a16="http://schemas.microsoft.com/office/drawing/2014/main" id="{1EAEA9B1-E7BC-0364-60F7-DCEACC26EA32}"/>
                </a:ext>
              </a:extLst>
            </p:cNvPr>
            <p:cNvSpPr/>
            <p:nvPr/>
          </p:nvSpPr>
          <p:spPr>
            <a:xfrm>
              <a:off x="2634386" y="44561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399" name="Google Shape;399;p34">
              <a:extLst>
                <a:ext uri="{FF2B5EF4-FFF2-40B4-BE49-F238E27FC236}">
                  <a16:creationId xmlns:a16="http://schemas.microsoft.com/office/drawing/2014/main" id="{188F45BC-A989-2866-9914-6212E3CF2E33}"/>
                </a:ext>
              </a:extLst>
            </p:cNvPr>
            <p:cNvSpPr/>
            <p:nvPr/>
          </p:nvSpPr>
          <p:spPr>
            <a:xfrm>
              <a:off x="770511" y="39365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00" name="Google Shape;400;p34">
              <a:extLst>
                <a:ext uri="{FF2B5EF4-FFF2-40B4-BE49-F238E27FC236}">
                  <a16:creationId xmlns:a16="http://schemas.microsoft.com/office/drawing/2014/main" id="{AEB417B9-FDF4-5722-D8F2-03A17038D49C}"/>
                </a:ext>
              </a:extLst>
            </p:cNvPr>
            <p:cNvSpPr/>
            <p:nvPr/>
          </p:nvSpPr>
          <p:spPr>
            <a:xfrm>
              <a:off x="770511" y="37064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</p:grpSp>
      <p:sp>
        <p:nvSpPr>
          <p:cNvPr id="4" name="Google Shape;353;p34">
            <a:extLst>
              <a:ext uri="{FF2B5EF4-FFF2-40B4-BE49-F238E27FC236}">
                <a16:creationId xmlns:a16="http://schemas.microsoft.com/office/drawing/2014/main" id="{9ED3C706-8E01-E74C-7371-E49748E9B266}"/>
              </a:ext>
            </a:extLst>
          </p:cNvPr>
          <p:cNvSpPr txBox="1">
            <a:spLocks/>
          </p:cNvSpPr>
          <p:nvPr/>
        </p:nvSpPr>
        <p:spPr>
          <a:xfrm>
            <a:off x="3764302" y="1282610"/>
            <a:ext cx="5012005" cy="1694928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6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indent="0" algn="just"/>
            <a:r>
              <a:rPr lang="es-ES" sz="1400" dirty="0">
                <a:solidFill>
                  <a:schemeClr val="tx1"/>
                </a:solidFill>
              </a:rPr>
              <a:t>Infija: Los operadores están en medio de operandos</a:t>
            </a:r>
          </a:p>
          <a:p>
            <a:pPr marL="0" indent="0" algn="just"/>
            <a:r>
              <a:rPr lang="es-ES" sz="1400" dirty="0">
                <a:solidFill>
                  <a:schemeClr val="tx1"/>
                </a:solidFill>
              </a:rPr>
              <a:t>Prefija: Los operadores están antes de los operandos</a:t>
            </a:r>
          </a:p>
          <a:p>
            <a:pPr marL="0" indent="0" algn="just"/>
            <a:r>
              <a:rPr lang="es-ES" sz="1400" dirty="0">
                <a:solidFill>
                  <a:schemeClr val="tx1"/>
                </a:solidFill>
              </a:rPr>
              <a:t>Para el presente trabajo se realizará la conversión de notación infijo a prefijo</a:t>
            </a:r>
          </a:p>
          <a:p>
            <a:pPr marL="0" indent="0" algn="just"/>
            <a:endParaRPr lang="es-ES" dirty="0"/>
          </a:p>
        </p:txBody>
      </p:sp>
      <p:sp>
        <p:nvSpPr>
          <p:cNvPr id="7" name="Google Shape;528;p39">
            <a:extLst>
              <a:ext uri="{FF2B5EF4-FFF2-40B4-BE49-F238E27FC236}">
                <a16:creationId xmlns:a16="http://schemas.microsoft.com/office/drawing/2014/main" id="{1EA9E264-CF59-9879-80EF-7512341D96E1}"/>
              </a:ext>
            </a:extLst>
          </p:cNvPr>
          <p:cNvSpPr txBox="1">
            <a:spLocks/>
          </p:cNvSpPr>
          <p:nvPr/>
        </p:nvSpPr>
        <p:spPr>
          <a:xfrm>
            <a:off x="3732687" y="681827"/>
            <a:ext cx="3639635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ES" sz="2400" dirty="0">
                <a:solidFill>
                  <a:schemeClr val="tx1"/>
                </a:solidFill>
              </a:rPr>
              <a:t>Notación Infija a Prefija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45448FD-050B-8F33-001E-BA6E19A1B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2687" y="3256919"/>
            <a:ext cx="4833859" cy="827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854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>
          <a:extLst>
            <a:ext uri="{FF2B5EF4-FFF2-40B4-BE49-F238E27FC236}">
              <a16:creationId xmlns:a16="http://schemas.microsoft.com/office/drawing/2014/main" id="{63C0EA24-9804-9CC5-0714-9DC91789C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7">
            <a:extLst>
              <a:ext uri="{FF2B5EF4-FFF2-40B4-BE49-F238E27FC236}">
                <a16:creationId xmlns:a16="http://schemas.microsoft.com/office/drawing/2014/main" id="{842992AF-9A16-CDE7-5D16-87A75C52BE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8724" y="164946"/>
            <a:ext cx="831427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/>
              <a:t>Notación Infijo a Prefijo</a:t>
            </a:r>
            <a:endParaRPr lang="es-ES" noProof="0" dirty="0">
              <a:solidFill>
                <a:schemeClr val="accent4"/>
              </a:solidFill>
            </a:endParaRPr>
          </a:p>
        </p:txBody>
      </p:sp>
      <p:sp>
        <p:nvSpPr>
          <p:cNvPr id="455" name="Google Shape;455;p37">
            <a:extLst>
              <a:ext uri="{FF2B5EF4-FFF2-40B4-BE49-F238E27FC236}">
                <a16:creationId xmlns:a16="http://schemas.microsoft.com/office/drawing/2014/main" id="{CF3392C4-EA4D-7EFA-B4D9-93EEF73D777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250156" y="704630"/>
            <a:ext cx="6993477" cy="42739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noProof="0" dirty="0"/>
              <a:t>Para ello seguiremos el siguiente algoritmo:</a:t>
            </a: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s-ES" sz="1400" dirty="0"/>
              <a:t>Se toma un nodo del árbol. Si el nodo indica el inicio de un bloque de código, un bucle o una condicional. Abrimos un nuevo ámbito y lo apilamos.</a:t>
            </a: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s-ES" sz="1400" dirty="0"/>
              <a:t>Si el nodo es una declaración, verificamos si ya existe en el ámbito actual. Si existe reportamos un error, sino, registramos la variable y su tipo en la pila.</a:t>
            </a: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s-ES" sz="1400" dirty="0"/>
              <a:t>Si el nodo es una asignación, buscamos en la pila de ámbitos. Si no se encuentra reportamos un error, sino, verificamos que el tipo de la variable destino y valora signado sean idénticos.</a:t>
            </a: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s-ES" sz="1400" dirty="0"/>
              <a:t>Bajamos recursivamente con el recorrido en profundidad.</a:t>
            </a: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s-ES" sz="1400" dirty="0"/>
              <a:t>Se evalúa la expresión.</a:t>
            </a: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s-ES" sz="1400" dirty="0"/>
              <a:t>Si abrimos un ámbito al inicio para este nodo, lo cerramos y lo </a:t>
            </a:r>
            <a:r>
              <a:rPr lang="es-ES" sz="1400" dirty="0" err="1"/>
              <a:t>desapilamos</a:t>
            </a:r>
            <a:r>
              <a:rPr lang="es-ES" sz="1400" dirty="0"/>
              <a:t>.</a:t>
            </a: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s-ES" sz="1400" dirty="0"/>
              <a:t>Avanzamos lateralmente al nodo hermando y repetimos el proceso hasta vaciar el árbol.</a:t>
            </a: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endParaRPr lang="es-ES" sz="1400" dirty="0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endParaRPr lang="es-ES" dirty="0"/>
          </a:p>
          <a:p>
            <a:pPr marL="457200" indent="-317500">
              <a:spcBef>
                <a:spcPts val="1000"/>
              </a:spcBef>
              <a:buSzPts val="1400"/>
            </a:pPr>
            <a:endParaRPr lang="es-ES" dirty="0"/>
          </a:p>
        </p:txBody>
      </p:sp>
      <p:grpSp>
        <p:nvGrpSpPr>
          <p:cNvPr id="456" name="Google Shape;456;p37">
            <a:extLst>
              <a:ext uri="{FF2B5EF4-FFF2-40B4-BE49-F238E27FC236}">
                <a16:creationId xmlns:a16="http://schemas.microsoft.com/office/drawing/2014/main" id="{8A11C6A6-8E8F-D63C-EF29-8D9F5FFFAFA0}"/>
              </a:ext>
            </a:extLst>
          </p:cNvPr>
          <p:cNvGrpSpPr/>
          <p:nvPr/>
        </p:nvGrpSpPr>
        <p:grpSpPr>
          <a:xfrm>
            <a:off x="321967" y="1337250"/>
            <a:ext cx="2311505" cy="3413475"/>
            <a:chOff x="719992" y="1135488"/>
            <a:chExt cx="2415354" cy="3413475"/>
          </a:xfrm>
        </p:grpSpPr>
        <p:sp>
          <p:nvSpPr>
            <p:cNvPr id="457" name="Google Shape;457;p37">
              <a:extLst>
                <a:ext uri="{FF2B5EF4-FFF2-40B4-BE49-F238E27FC236}">
                  <a16:creationId xmlns:a16="http://schemas.microsoft.com/office/drawing/2014/main" id="{1DBCB10F-2199-0F6D-16DE-9E4040C0B87E}"/>
                </a:ext>
              </a:extLst>
            </p:cNvPr>
            <p:cNvSpPr/>
            <p:nvPr/>
          </p:nvSpPr>
          <p:spPr>
            <a:xfrm>
              <a:off x="719992" y="11440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58" name="Google Shape;458;p37">
              <a:extLst>
                <a:ext uri="{FF2B5EF4-FFF2-40B4-BE49-F238E27FC236}">
                  <a16:creationId xmlns:a16="http://schemas.microsoft.com/office/drawing/2014/main" id="{B6B983C0-C1CF-266E-E1A7-5BFB3110C049}"/>
                </a:ext>
              </a:extLst>
            </p:cNvPr>
            <p:cNvSpPr/>
            <p:nvPr/>
          </p:nvSpPr>
          <p:spPr>
            <a:xfrm>
              <a:off x="1206317" y="113548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59" name="Google Shape;459;p37">
              <a:extLst>
                <a:ext uri="{FF2B5EF4-FFF2-40B4-BE49-F238E27FC236}">
                  <a16:creationId xmlns:a16="http://schemas.microsoft.com/office/drawing/2014/main" id="{FFFC95DD-F5DA-9B77-A98C-7313AEBAEA16}"/>
                </a:ext>
              </a:extLst>
            </p:cNvPr>
            <p:cNvSpPr/>
            <p:nvPr/>
          </p:nvSpPr>
          <p:spPr>
            <a:xfrm>
              <a:off x="719992" y="145628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60" name="Google Shape;460;p37">
              <a:extLst>
                <a:ext uri="{FF2B5EF4-FFF2-40B4-BE49-F238E27FC236}">
                  <a16:creationId xmlns:a16="http://schemas.microsoft.com/office/drawing/2014/main" id="{ECBA8ACF-05CE-8931-3283-61D261F322A2}"/>
                </a:ext>
              </a:extLst>
            </p:cNvPr>
            <p:cNvSpPr/>
            <p:nvPr/>
          </p:nvSpPr>
          <p:spPr>
            <a:xfrm>
              <a:off x="719992" y="17830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61" name="Google Shape;461;p37">
              <a:extLst>
                <a:ext uri="{FF2B5EF4-FFF2-40B4-BE49-F238E27FC236}">
                  <a16:creationId xmlns:a16="http://schemas.microsoft.com/office/drawing/2014/main" id="{DFEFDD26-E3AF-F748-28D7-A168647024C3}"/>
                </a:ext>
              </a:extLst>
            </p:cNvPr>
            <p:cNvSpPr/>
            <p:nvPr/>
          </p:nvSpPr>
          <p:spPr>
            <a:xfrm>
              <a:off x="719992" y="21097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62" name="Google Shape;462;p37">
              <a:extLst>
                <a:ext uri="{FF2B5EF4-FFF2-40B4-BE49-F238E27FC236}">
                  <a16:creationId xmlns:a16="http://schemas.microsoft.com/office/drawing/2014/main" id="{03E125CC-1D7F-3140-8461-A4202B8858B6}"/>
                </a:ext>
              </a:extLst>
            </p:cNvPr>
            <p:cNvSpPr/>
            <p:nvPr/>
          </p:nvSpPr>
          <p:spPr>
            <a:xfrm>
              <a:off x="1154846" y="2109738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63" name="Google Shape;463;p37">
              <a:extLst>
                <a:ext uri="{FF2B5EF4-FFF2-40B4-BE49-F238E27FC236}">
                  <a16:creationId xmlns:a16="http://schemas.microsoft.com/office/drawing/2014/main" id="{28DF4D70-9275-7931-17C1-ED14E1E06440}"/>
                </a:ext>
              </a:extLst>
            </p:cNvPr>
            <p:cNvSpPr/>
            <p:nvPr/>
          </p:nvSpPr>
          <p:spPr>
            <a:xfrm>
              <a:off x="1689227" y="21097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64" name="Google Shape;464;p37">
              <a:extLst>
                <a:ext uri="{FF2B5EF4-FFF2-40B4-BE49-F238E27FC236}">
                  <a16:creationId xmlns:a16="http://schemas.microsoft.com/office/drawing/2014/main" id="{1BEB1E1B-AA34-ED52-D1B5-918E95B2F1E8}"/>
                </a:ext>
              </a:extLst>
            </p:cNvPr>
            <p:cNvSpPr/>
            <p:nvPr/>
          </p:nvSpPr>
          <p:spPr>
            <a:xfrm>
              <a:off x="719992" y="242031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65" name="Google Shape;465;p37">
              <a:extLst>
                <a:ext uri="{FF2B5EF4-FFF2-40B4-BE49-F238E27FC236}">
                  <a16:creationId xmlns:a16="http://schemas.microsoft.com/office/drawing/2014/main" id="{5CBFB6FB-39AA-94BA-093A-11D573C23CEF}"/>
                </a:ext>
              </a:extLst>
            </p:cNvPr>
            <p:cNvSpPr/>
            <p:nvPr/>
          </p:nvSpPr>
          <p:spPr>
            <a:xfrm>
              <a:off x="719992" y="27631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66" name="Google Shape;466;p37">
              <a:extLst>
                <a:ext uri="{FF2B5EF4-FFF2-40B4-BE49-F238E27FC236}">
                  <a16:creationId xmlns:a16="http://schemas.microsoft.com/office/drawing/2014/main" id="{0C070826-5C70-E57F-766E-27931BFC5BCB}"/>
                </a:ext>
              </a:extLst>
            </p:cNvPr>
            <p:cNvSpPr/>
            <p:nvPr/>
          </p:nvSpPr>
          <p:spPr>
            <a:xfrm>
              <a:off x="719992" y="30720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67" name="Google Shape;467;p37">
              <a:extLst>
                <a:ext uri="{FF2B5EF4-FFF2-40B4-BE49-F238E27FC236}">
                  <a16:creationId xmlns:a16="http://schemas.microsoft.com/office/drawing/2014/main" id="{D7D2F768-A376-E5F9-C23C-21A6F317183F}"/>
                </a:ext>
              </a:extLst>
            </p:cNvPr>
            <p:cNvSpPr/>
            <p:nvPr/>
          </p:nvSpPr>
          <p:spPr>
            <a:xfrm>
              <a:off x="719992" y="338101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68" name="Google Shape;468;p37">
              <a:extLst>
                <a:ext uri="{FF2B5EF4-FFF2-40B4-BE49-F238E27FC236}">
                  <a16:creationId xmlns:a16="http://schemas.microsoft.com/office/drawing/2014/main" id="{FF5A8095-EC4D-D112-A43C-D01795341912}"/>
                </a:ext>
              </a:extLst>
            </p:cNvPr>
            <p:cNvSpPr/>
            <p:nvPr/>
          </p:nvSpPr>
          <p:spPr>
            <a:xfrm>
              <a:off x="733714" y="4161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69" name="Google Shape;469;p37">
              <a:extLst>
                <a:ext uri="{FF2B5EF4-FFF2-40B4-BE49-F238E27FC236}">
                  <a16:creationId xmlns:a16="http://schemas.microsoft.com/office/drawing/2014/main" id="{AB93C7DC-00BE-20B0-6FAA-551145AE6558}"/>
                </a:ext>
              </a:extLst>
            </p:cNvPr>
            <p:cNvSpPr/>
            <p:nvPr/>
          </p:nvSpPr>
          <p:spPr>
            <a:xfrm>
              <a:off x="1154846" y="242031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70" name="Google Shape;470;p37">
              <a:extLst>
                <a:ext uri="{FF2B5EF4-FFF2-40B4-BE49-F238E27FC236}">
                  <a16:creationId xmlns:a16="http://schemas.microsoft.com/office/drawing/2014/main" id="{2EFFD614-8D97-A565-60F6-0D50674CB8DD}"/>
                </a:ext>
              </a:extLst>
            </p:cNvPr>
            <p:cNvSpPr/>
            <p:nvPr/>
          </p:nvSpPr>
          <p:spPr>
            <a:xfrm>
              <a:off x="1115907" y="27631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71" name="Google Shape;471;p37">
              <a:extLst>
                <a:ext uri="{FF2B5EF4-FFF2-40B4-BE49-F238E27FC236}">
                  <a16:creationId xmlns:a16="http://schemas.microsoft.com/office/drawing/2014/main" id="{39951808-6DB3-EF97-278C-9C4478065BDD}"/>
                </a:ext>
              </a:extLst>
            </p:cNvPr>
            <p:cNvSpPr/>
            <p:nvPr/>
          </p:nvSpPr>
          <p:spPr>
            <a:xfrm>
              <a:off x="1154846" y="30720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72" name="Google Shape;472;p37">
              <a:extLst>
                <a:ext uri="{FF2B5EF4-FFF2-40B4-BE49-F238E27FC236}">
                  <a16:creationId xmlns:a16="http://schemas.microsoft.com/office/drawing/2014/main" id="{97FEEB48-FE3C-9956-35E3-0EDA047D822E}"/>
                </a:ext>
              </a:extLst>
            </p:cNvPr>
            <p:cNvSpPr/>
            <p:nvPr/>
          </p:nvSpPr>
          <p:spPr>
            <a:xfrm>
              <a:off x="1154846" y="33979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73" name="Google Shape;473;p37">
              <a:extLst>
                <a:ext uri="{FF2B5EF4-FFF2-40B4-BE49-F238E27FC236}">
                  <a16:creationId xmlns:a16="http://schemas.microsoft.com/office/drawing/2014/main" id="{C60B7464-CF1E-8909-34AF-A3CA75C18D8F}"/>
                </a:ext>
              </a:extLst>
            </p:cNvPr>
            <p:cNvSpPr/>
            <p:nvPr/>
          </p:nvSpPr>
          <p:spPr>
            <a:xfrm>
              <a:off x="1154846" y="37238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74" name="Google Shape;474;p37">
              <a:extLst>
                <a:ext uri="{FF2B5EF4-FFF2-40B4-BE49-F238E27FC236}">
                  <a16:creationId xmlns:a16="http://schemas.microsoft.com/office/drawing/2014/main" id="{EB166024-83EA-F072-8FD1-9378DED6C93E}"/>
                </a:ext>
              </a:extLst>
            </p:cNvPr>
            <p:cNvSpPr/>
            <p:nvPr/>
          </p:nvSpPr>
          <p:spPr>
            <a:xfrm>
              <a:off x="1558536" y="242031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75" name="Google Shape;475;p37">
              <a:extLst>
                <a:ext uri="{FF2B5EF4-FFF2-40B4-BE49-F238E27FC236}">
                  <a16:creationId xmlns:a16="http://schemas.microsoft.com/office/drawing/2014/main" id="{FDD3D19B-66A0-C348-12DE-851678F25E07}"/>
                </a:ext>
              </a:extLst>
            </p:cNvPr>
            <p:cNvSpPr/>
            <p:nvPr/>
          </p:nvSpPr>
          <p:spPr>
            <a:xfrm>
              <a:off x="1558536" y="2763163"/>
              <a:ext cx="884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76" name="Google Shape;476;p37">
              <a:extLst>
                <a:ext uri="{FF2B5EF4-FFF2-40B4-BE49-F238E27FC236}">
                  <a16:creationId xmlns:a16="http://schemas.microsoft.com/office/drawing/2014/main" id="{1C3D0789-8C3F-0326-B002-1061506D618F}"/>
                </a:ext>
              </a:extLst>
            </p:cNvPr>
            <p:cNvSpPr/>
            <p:nvPr/>
          </p:nvSpPr>
          <p:spPr>
            <a:xfrm>
              <a:off x="1589699" y="3072088"/>
              <a:ext cx="10299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77" name="Google Shape;477;p37">
              <a:extLst>
                <a:ext uri="{FF2B5EF4-FFF2-40B4-BE49-F238E27FC236}">
                  <a16:creationId xmlns:a16="http://schemas.microsoft.com/office/drawing/2014/main" id="{B88FBF2C-6377-E452-31EC-F1BF4A6DA836}"/>
                </a:ext>
              </a:extLst>
            </p:cNvPr>
            <p:cNvSpPr/>
            <p:nvPr/>
          </p:nvSpPr>
          <p:spPr>
            <a:xfrm>
              <a:off x="1589699" y="3416588"/>
              <a:ext cx="1029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78" name="Google Shape;478;p37">
              <a:extLst>
                <a:ext uri="{FF2B5EF4-FFF2-40B4-BE49-F238E27FC236}">
                  <a16:creationId xmlns:a16="http://schemas.microsoft.com/office/drawing/2014/main" id="{AAF928A6-5F32-33BE-03B5-D2BFFE053EE3}"/>
                </a:ext>
              </a:extLst>
            </p:cNvPr>
            <p:cNvSpPr/>
            <p:nvPr/>
          </p:nvSpPr>
          <p:spPr>
            <a:xfrm>
              <a:off x="1589699" y="3723863"/>
              <a:ext cx="1029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79" name="Google Shape;479;p37">
              <a:extLst>
                <a:ext uri="{FF2B5EF4-FFF2-40B4-BE49-F238E27FC236}">
                  <a16:creationId xmlns:a16="http://schemas.microsoft.com/office/drawing/2014/main" id="{4F5E4881-92CA-4986-4335-3C98E86203B1}"/>
                </a:ext>
              </a:extLst>
            </p:cNvPr>
            <p:cNvSpPr/>
            <p:nvPr/>
          </p:nvSpPr>
          <p:spPr>
            <a:xfrm>
              <a:off x="2268127" y="2420313"/>
              <a:ext cx="5769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80" name="Google Shape;480;p37">
              <a:extLst>
                <a:ext uri="{FF2B5EF4-FFF2-40B4-BE49-F238E27FC236}">
                  <a16:creationId xmlns:a16="http://schemas.microsoft.com/office/drawing/2014/main" id="{778344B9-7EB8-4F44-8B7B-3A195AD63ACE}"/>
                </a:ext>
              </a:extLst>
            </p:cNvPr>
            <p:cNvSpPr/>
            <p:nvPr/>
          </p:nvSpPr>
          <p:spPr>
            <a:xfrm>
              <a:off x="2558446" y="2746200"/>
              <a:ext cx="576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81" name="Google Shape;481;p37">
              <a:extLst>
                <a:ext uri="{FF2B5EF4-FFF2-40B4-BE49-F238E27FC236}">
                  <a16:creationId xmlns:a16="http://schemas.microsoft.com/office/drawing/2014/main" id="{F0739EC9-8AAA-3F8D-A526-6582B1E00C88}"/>
                </a:ext>
              </a:extLst>
            </p:cNvPr>
            <p:cNvSpPr/>
            <p:nvPr/>
          </p:nvSpPr>
          <p:spPr>
            <a:xfrm>
              <a:off x="2727100" y="30721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82" name="Google Shape;482;p37">
              <a:extLst>
                <a:ext uri="{FF2B5EF4-FFF2-40B4-BE49-F238E27FC236}">
                  <a16:creationId xmlns:a16="http://schemas.microsoft.com/office/drawing/2014/main" id="{FA98232B-DE43-F821-7931-A5C441BBD5E2}"/>
                </a:ext>
              </a:extLst>
            </p:cNvPr>
            <p:cNvSpPr/>
            <p:nvPr/>
          </p:nvSpPr>
          <p:spPr>
            <a:xfrm>
              <a:off x="2727100" y="37239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83" name="Google Shape;483;p37">
              <a:extLst>
                <a:ext uri="{FF2B5EF4-FFF2-40B4-BE49-F238E27FC236}">
                  <a16:creationId xmlns:a16="http://schemas.microsoft.com/office/drawing/2014/main" id="{978849E6-1273-9B4F-9298-FC2056B74156}"/>
                </a:ext>
              </a:extLst>
            </p:cNvPr>
            <p:cNvSpPr/>
            <p:nvPr/>
          </p:nvSpPr>
          <p:spPr>
            <a:xfrm>
              <a:off x="733714" y="4401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84" name="Google Shape;484;p37">
              <a:extLst>
                <a:ext uri="{FF2B5EF4-FFF2-40B4-BE49-F238E27FC236}">
                  <a16:creationId xmlns:a16="http://schemas.microsoft.com/office/drawing/2014/main" id="{8096EECC-4AE6-3E24-DC4D-4D20F3A2F62D}"/>
                </a:ext>
              </a:extLst>
            </p:cNvPr>
            <p:cNvSpPr/>
            <p:nvPr/>
          </p:nvSpPr>
          <p:spPr>
            <a:xfrm>
              <a:off x="1634836" y="11473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85" name="Google Shape;485;p37">
              <a:extLst>
                <a:ext uri="{FF2B5EF4-FFF2-40B4-BE49-F238E27FC236}">
                  <a16:creationId xmlns:a16="http://schemas.microsoft.com/office/drawing/2014/main" id="{6C018B46-19EF-9F21-3493-48BEAE20DC7B}"/>
                </a:ext>
              </a:extLst>
            </p:cNvPr>
            <p:cNvSpPr/>
            <p:nvPr/>
          </p:nvSpPr>
          <p:spPr>
            <a:xfrm>
              <a:off x="1206336" y="145631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86" name="Google Shape;486;p37">
              <a:extLst>
                <a:ext uri="{FF2B5EF4-FFF2-40B4-BE49-F238E27FC236}">
                  <a16:creationId xmlns:a16="http://schemas.microsoft.com/office/drawing/2014/main" id="{27442463-D58B-3A6D-B156-2392173515B3}"/>
                </a:ext>
              </a:extLst>
            </p:cNvPr>
            <p:cNvSpPr/>
            <p:nvPr/>
          </p:nvSpPr>
          <p:spPr>
            <a:xfrm>
              <a:off x="1939636" y="14521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87" name="Google Shape;487;p37">
              <a:extLst>
                <a:ext uri="{FF2B5EF4-FFF2-40B4-BE49-F238E27FC236}">
                  <a16:creationId xmlns:a16="http://schemas.microsoft.com/office/drawing/2014/main" id="{1D333A75-FEFB-D2C0-8491-271F4DF04ECF}"/>
                </a:ext>
              </a:extLst>
            </p:cNvPr>
            <p:cNvSpPr/>
            <p:nvPr/>
          </p:nvSpPr>
          <p:spPr>
            <a:xfrm>
              <a:off x="1206329" y="178303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88" name="Google Shape;488;p37">
              <a:extLst>
                <a:ext uri="{FF2B5EF4-FFF2-40B4-BE49-F238E27FC236}">
                  <a16:creationId xmlns:a16="http://schemas.microsoft.com/office/drawing/2014/main" id="{2CF6AD15-2620-F402-E5D5-8228ADC1C1DE}"/>
                </a:ext>
              </a:extLst>
            </p:cNvPr>
            <p:cNvSpPr/>
            <p:nvPr/>
          </p:nvSpPr>
          <p:spPr>
            <a:xfrm>
              <a:off x="2124079" y="2107675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89" name="Google Shape;489;p37">
              <a:extLst>
                <a:ext uri="{FF2B5EF4-FFF2-40B4-BE49-F238E27FC236}">
                  <a16:creationId xmlns:a16="http://schemas.microsoft.com/office/drawing/2014/main" id="{8DB10F08-5D54-7697-2F82-99F41FBA7E90}"/>
                </a:ext>
              </a:extLst>
            </p:cNvPr>
            <p:cNvSpPr/>
            <p:nvPr/>
          </p:nvSpPr>
          <p:spPr>
            <a:xfrm>
              <a:off x="2727104" y="341658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90" name="Google Shape;490;p37">
              <a:extLst>
                <a:ext uri="{FF2B5EF4-FFF2-40B4-BE49-F238E27FC236}">
                  <a16:creationId xmlns:a16="http://schemas.microsoft.com/office/drawing/2014/main" id="{E549BAD0-CB18-F9CD-2075-1C63D474AA58}"/>
                </a:ext>
              </a:extLst>
            </p:cNvPr>
            <p:cNvSpPr/>
            <p:nvPr/>
          </p:nvSpPr>
          <p:spPr>
            <a:xfrm>
              <a:off x="1154861" y="437562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91" name="Google Shape;491;p37">
              <a:extLst>
                <a:ext uri="{FF2B5EF4-FFF2-40B4-BE49-F238E27FC236}">
                  <a16:creationId xmlns:a16="http://schemas.microsoft.com/office/drawing/2014/main" id="{655C3179-3F25-6209-E39E-86B59C10F003}"/>
                </a:ext>
              </a:extLst>
            </p:cNvPr>
            <p:cNvSpPr/>
            <p:nvPr/>
          </p:nvSpPr>
          <p:spPr>
            <a:xfrm>
              <a:off x="1154861" y="414552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6580865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6">
          <a:extLst>
            <a:ext uri="{FF2B5EF4-FFF2-40B4-BE49-F238E27FC236}">
              <a16:creationId xmlns:a16="http://schemas.microsoft.com/office/drawing/2014/main" id="{C5C39DDE-5966-502B-2947-1DAFC9EC0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42">
            <a:extLst>
              <a:ext uri="{FF2B5EF4-FFF2-40B4-BE49-F238E27FC236}">
                <a16:creationId xmlns:a16="http://schemas.microsoft.com/office/drawing/2014/main" id="{CE926610-42FE-F586-4BAB-2C5FE0264B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/>
              <a:t>Rutinas en cuartetos</a:t>
            </a:r>
            <a:endParaRPr lang="es-ES" noProof="0" dirty="0">
              <a:solidFill>
                <a:schemeClr val="accent4"/>
              </a:solidFill>
            </a:endParaRPr>
          </a:p>
        </p:txBody>
      </p:sp>
      <p:sp>
        <p:nvSpPr>
          <p:cNvPr id="642" name="Google Shape;642;p42">
            <a:extLst>
              <a:ext uri="{FF2B5EF4-FFF2-40B4-BE49-F238E27FC236}">
                <a16:creationId xmlns:a16="http://schemas.microsoft.com/office/drawing/2014/main" id="{D3BD8E7E-357D-62FF-7201-BEA904533EAD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257978" y="1829225"/>
            <a:ext cx="2045951" cy="13033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s-E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(Ejemplo conceptual)</a:t>
            </a:r>
            <a:endParaRPr lang="es-MX" sz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s-E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(*, c, d, t1)</a:t>
            </a:r>
            <a:endParaRPr lang="es-MX" sz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s-E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(+, b, t1, t2)</a:t>
            </a:r>
            <a:endParaRPr lang="es-MX" sz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s-E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(=, t2, -, a)</a:t>
            </a:r>
            <a:endParaRPr lang="es-MX" sz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641;p42">
            <a:extLst>
              <a:ext uri="{FF2B5EF4-FFF2-40B4-BE49-F238E27FC236}">
                <a16:creationId xmlns:a16="http://schemas.microsoft.com/office/drawing/2014/main" id="{EED70723-62E4-F26B-53FE-C127800AF9E0}"/>
              </a:ext>
            </a:extLst>
          </p:cNvPr>
          <p:cNvSpPr txBox="1">
            <a:spLocks/>
          </p:cNvSpPr>
          <p:nvPr/>
        </p:nvSpPr>
        <p:spPr>
          <a:xfrm>
            <a:off x="421128" y="904289"/>
            <a:ext cx="8455050" cy="8799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None/>
              <a:defRPr sz="1400" b="0" i="0" u="none" strike="noStrike" cap="none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indent="0"/>
            <a:r>
              <a:rPr lang="es-BO" dirty="0">
                <a:solidFill>
                  <a:schemeClr val="tx1"/>
                </a:solidFill>
              </a:rPr>
              <a:t>Cada instrucción intermedia se representa mediante una estructura de cuatro campos: ( operador, operando1, operando2, resultado )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21" name="Google Shape;642;p42">
            <a:extLst>
              <a:ext uri="{FF2B5EF4-FFF2-40B4-BE49-F238E27FC236}">
                <a16:creationId xmlns:a16="http://schemas.microsoft.com/office/drawing/2014/main" id="{0C6D634C-D6C4-92FC-6B2E-A4BB0617568C}"/>
              </a:ext>
            </a:extLst>
          </p:cNvPr>
          <p:cNvSpPr txBox="1">
            <a:spLocks/>
          </p:cNvSpPr>
          <p:nvPr/>
        </p:nvSpPr>
        <p:spPr>
          <a:xfrm>
            <a:off x="3081860" y="1829225"/>
            <a:ext cx="4134728" cy="8799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171450" lvl="0" indent="-171450" algn="l" defTabSz="6858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514350" lvl="1" indent="-17145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857250" lvl="2" indent="-17145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200150" lvl="3" indent="-17145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543050" lvl="4" indent="-17145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1885950" lvl="5" indent="-17145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228850" lvl="6" indent="-17145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2571750" lvl="7" indent="-17145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2914650" lvl="8" indent="-17145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es-E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Ejemplo de rutina de asignación:</a:t>
            </a: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es-ES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= b + c * d / e - (a - b)</a:t>
            </a:r>
            <a:endParaRPr lang="es-MX" sz="1800" i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2560F801-4D00-97B2-EA20-15B2A34F3F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4996" y="2754161"/>
            <a:ext cx="3885077" cy="233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701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>
          <a:extLst>
            <a:ext uri="{FF2B5EF4-FFF2-40B4-BE49-F238E27FC236}">
              <a16:creationId xmlns:a16="http://schemas.microsoft.com/office/drawing/2014/main" id="{F1214BFB-5269-81D8-0698-75A132D75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7">
            <a:extLst>
              <a:ext uri="{FF2B5EF4-FFF2-40B4-BE49-F238E27FC236}">
                <a16:creationId xmlns:a16="http://schemas.microsoft.com/office/drawing/2014/main" id="{F525E824-69BA-D0C0-4430-60CCF1BE7B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5767" y="66511"/>
            <a:ext cx="831427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Algoritmo para Cuartetos</a:t>
            </a:r>
            <a:endParaRPr lang="es-ES" noProof="0" dirty="0"/>
          </a:p>
        </p:txBody>
      </p:sp>
      <p:sp>
        <p:nvSpPr>
          <p:cNvPr id="455" name="Google Shape;455;p37">
            <a:extLst>
              <a:ext uri="{FF2B5EF4-FFF2-40B4-BE49-F238E27FC236}">
                <a16:creationId xmlns:a16="http://schemas.microsoft.com/office/drawing/2014/main" id="{B4DE8F47-9CBB-2479-9678-2C5A17A360C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490798" y="520170"/>
            <a:ext cx="6473029" cy="44731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s-ES" noProof="0" dirty="0"/>
              <a:t>Se toma un nodo del árbol</a:t>
            </a:r>
          </a:p>
          <a:p>
            <a:pPr marL="457200" lvl="0" indent="-317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s-ES" dirty="0"/>
              <a:t>Si es una instrucción, se devuelve la expresión del lado derecho y se genera un cuarteto de asignación.</a:t>
            </a:r>
          </a:p>
          <a:p>
            <a:pPr marL="457200" lvl="0" indent="-317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s-ES" noProof="0" dirty="0"/>
              <a:t>Si es una estructura de control, se </a:t>
            </a:r>
            <a:r>
              <a:rPr lang="es-ES" noProof="0" dirty="0" err="1"/>
              <a:t>eva</a:t>
            </a:r>
            <a:r>
              <a:rPr lang="es-ES" dirty="0"/>
              <a:t>lúa la condición y se genera el cuarteto.</a:t>
            </a:r>
          </a:p>
          <a:p>
            <a:pPr marL="457200" lvl="0" indent="-317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s-ES" noProof="0" dirty="0"/>
              <a:t>Si es de entrada/salida, se toma la variable o expresión y se genera un </a:t>
            </a:r>
            <a:r>
              <a:rPr lang="es-ES" noProof="0" dirty="0" err="1"/>
              <a:t>cua</a:t>
            </a:r>
            <a:r>
              <a:rPr lang="es-ES" dirty="0" err="1"/>
              <a:t>rteto</a:t>
            </a:r>
            <a:r>
              <a:rPr lang="es-ES" dirty="0"/>
              <a:t> directo para la acción.</a:t>
            </a:r>
          </a:p>
          <a:p>
            <a:pPr marL="457200" lvl="0" indent="-317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s-ES" noProof="0" dirty="0"/>
              <a:t>Para resolver las expresiones</a:t>
            </a:r>
            <a:r>
              <a:rPr lang="es-ES" dirty="0"/>
              <a:t>, se recorre de abajo hacia arriba. Si el nodo es una operación se evalúan sus lados y se crea un temporal, se arma el cuarteto y sube.</a:t>
            </a:r>
          </a:p>
          <a:p>
            <a:pPr marL="457200" lvl="0" indent="-317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s-ES" noProof="0" dirty="0"/>
              <a:t>Bajamos recursivamente a los hijos para procesar los bloques de código internos.</a:t>
            </a:r>
          </a:p>
          <a:p>
            <a:pPr marL="457200" lvl="0" indent="-317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s-ES" noProof="0" dirty="0"/>
              <a:t>Avanzamos lateralmente al nodo hermano para procesar la siguiente instrucción, hasta recorrer todo el árbol.</a:t>
            </a:r>
          </a:p>
          <a:p>
            <a:pPr marL="457200" lvl="0" indent="-317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endParaRPr lang="es-ES" noProof="0" dirty="0"/>
          </a:p>
        </p:txBody>
      </p:sp>
      <p:grpSp>
        <p:nvGrpSpPr>
          <p:cNvPr id="456" name="Google Shape;456;p37">
            <a:extLst>
              <a:ext uri="{FF2B5EF4-FFF2-40B4-BE49-F238E27FC236}">
                <a16:creationId xmlns:a16="http://schemas.microsoft.com/office/drawing/2014/main" id="{8774E1F0-C7C2-69EA-D57D-101C077280ED}"/>
              </a:ext>
            </a:extLst>
          </p:cNvPr>
          <p:cNvGrpSpPr/>
          <p:nvPr/>
        </p:nvGrpSpPr>
        <p:grpSpPr>
          <a:xfrm>
            <a:off x="321967" y="1337250"/>
            <a:ext cx="2415354" cy="3413475"/>
            <a:chOff x="719992" y="1135488"/>
            <a:chExt cx="2415354" cy="3413475"/>
          </a:xfrm>
        </p:grpSpPr>
        <p:sp>
          <p:nvSpPr>
            <p:cNvPr id="457" name="Google Shape;457;p37">
              <a:extLst>
                <a:ext uri="{FF2B5EF4-FFF2-40B4-BE49-F238E27FC236}">
                  <a16:creationId xmlns:a16="http://schemas.microsoft.com/office/drawing/2014/main" id="{DDE46A34-54E1-3552-355A-DC0D177D1B75}"/>
                </a:ext>
              </a:extLst>
            </p:cNvPr>
            <p:cNvSpPr/>
            <p:nvPr/>
          </p:nvSpPr>
          <p:spPr>
            <a:xfrm>
              <a:off x="719992" y="11440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58" name="Google Shape;458;p37">
              <a:extLst>
                <a:ext uri="{FF2B5EF4-FFF2-40B4-BE49-F238E27FC236}">
                  <a16:creationId xmlns:a16="http://schemas.microsoft.com/office/drawing/2014/main" id="{4CEA7AE9-E26C-1D67-814B-404EFA8070B7}"/>
                </a:ext>
              </a:extLst>
            </p:cNvPr>
            <p:cNvSpPr/>
            <p:nvPr/>
          </p:nvSpPr>
          <p:spPr>
            <a:xfrm>
              <a:off x="1206317" y="113548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59" name="Google Shape;459;p37">
              <a:extLst>
                <a:ext uri="{FF2B5EF4-FFF2-40B4-BE49-F238E27FC236}">
                  <a16:creationId xmlns:a16="http://schemas.microsoft.com/office/drawing/2014/main" id="{A4C37245-CB7E-1B15-2EFA-99B4BF4C71B0}"/>
                </a:ext>
              </a:extLst>
            </p:cNvPr>
            <p:cNvSpPr/>
            <p:nvPr/>
          </p:nvSpPr>
          <p:spPr>
            <a:xfrm>
              <a:off x="719992" y="145628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60" name="Google Shape;460;p37">
              <a:extLst>
                <a:ext uri="{FF2B5EF4-FFF2-40B4-BE49-F238E27FC236}">
                  <a16:creationId xmlns:a16="http://schemas.microsoft.com/office/drawing/2014/main" id="{48F81D3B-D31B-7C84-7C45-D41236CD20B2}"/>
                </a:ext>
              </a:extLst>
            </p:cNvPr>
            <p:cNvSpPr/>
            <p:nvPr/>
          </p:nvSpPr>
          <p:spPr>
            <a:xfrm>
              <a:off x="719992" y="17830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61" name="Google Shape;461;p37">
              <a:extLst>
                <a:ext uri="{FF2B5EF4-FFF2-40B4-BE49-F238E27FC236}">
                  <a16:creationId xmlns:a16="http://schemas.microsoft.com/office/drawing/2014/main" id="{A5A5731B-8BF8-1824-AF2F-4960F4CA3584}"/>
                </a:ext>
              </a:extLst>
            </p:cNvPr>
            <p:cNvSpPr/>
            <p:nvPr/>
          </p:nvSpPr>
          <p:spPr>
            <a:xfrm>
              <a:off x="719992" y="21097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62" name="Google Shape;462;p37">
              <a:extLst>
                <a:ext uri="{FF2B5EF4-FFF2-40B4-BE49-F238E27FC236}">
                  <a16:creationId xmlns:a16="http://schemas.microsoft.com/office/drawing/2014/main" id="{37D3C0A8-C54F-54E7-54FD-03104B4F3B22}"/>
                </a:ext>
              </a:extLst>
            </p:cNvPr>
            <p:cNvSpPr/>
            <p:nvPr/>
          </p:nvSpPr>
          <p:spPr>
            <a:xfrm>
              <a:off x="1154846" y="2109738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63" name="Google Shape;463;p37">
              <a:extLst>
                <a:ext uri="{FF2B5EF4-FFF2-40B4-BE49-F238E27FC236}">
                  <a16:creationId xmlns:a16="http://schemas.microsoft.com/office/drawing/2014/main" id="{608C6167-91BF-CED8-CB36-73D6F49F84F9}"/>
                </a:ext>
              </a:extLst>
            </p:cNvPr>
            <p:cNvSpPr/>
            <p:nvPr/>
          </p:nvSpPr>
          <p:spPr>
            <a:xfrm>
              <a:off x="1689227" y="21097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64" name="Google Shape;464;p37">
              <a:extLst>
                <a:ext uri="{FF2B5EF4-FFF2-40B4-BE49-F238E27FC236}">
                  <a16:creationId xmlns:a16="http://schemas.microsoft.com/office/drawing/2014/main" id="{BA0CF0D2-781C-9B1C-08DA-24FBDA441B0E}"/>
                </a:ext>
              </a:extLst>
            </p:cNvPr>
            <p:cNvSpPr/>
            <p:nvPr/>
          </p:nvSpPr>
          <p:spPr>
            <a:xfrm>
              <a:off x="719992" y="242031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65" name="Google Shape;465;p37">
              <a:extLst>
                <a:ext uri="{FF2B5EF4-FFF2-40B4-BE49-F238E27FC236}">
                  <a16:creationId xmlns:a16="http://schemas.microsoft.com/office/drawing/2014/main" id="{6A68E6BD-B5DF-382C-23C2-C438CA022F4C}"/>
                </a:ext>
              </a:extLst>
            </p:cNvPr>
            <p:cNvSpPr/>
            <p:nvPr/>
          </p:nvSpPr>
          <p:spPr>
            <a:xfrm>
              <a:off x="719992" y="27631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66" name="Google Shape;466;p37">
              <a:extLst>
                <a:ext uri="{FF2B5EF4-FFF2-40B4-BE49-F238E27FC236}">
                  <a16:creationId xmlns:a16="http://schemas.microsoft.com/office/drawing/2014/main" id="{9BA28D60-6AB7-23D8-7E54-8F0BF6293782}"/>
                </a:ext>
              </a:extLst>
            </p:cNvPr>
            <p:cNvSpPr/>
            <p:nvPr/>
          </p:nvSpPr>
          <p:spPr>
            <a:xfrm>
              <a:off x="719992" y="30720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67" name="Google Shape;467;p37">
              <a:extLst>
                <a:ext uri="{FF2B5EF4-FFF2-40B4-BE49-F238E27FC236}">
                  <a16:creationId xmlns:a16="http://schemas.microsoft.com/office/drawing/2014/main" id="{95F30FEB-59CE-7F72-D515-18C03188B6B5}"/>
                </a:ext>
              </a:extLst>
            </p:cNvPr>
            <p:cNvSpPr/>
            <p:nvPr/>
          </p:nvSpPr>
          <p:spPr>
            <a:xfrm>
              <a:off x="719992" y="338101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68" name="Google Shape;468;p37">
              <a:extLst>
                <a:ext uri="{FF2B5EF4-FFF2-40B4-BE49-F238E27FC236}">
                  <a16:creationId xmlns:a16="http://schemas.microsoft.com/office/drawing/2014/main" id="{30F57EAA-CC47-75AB-6FF9-7060E3C39681}"/>
                </a:ext>
              </a:extLst>
            </p:cNvPr>
            <p:cNvSpPr/>
            <p:nvPr/>
          </p:nvSpPr>
          <p:spPr>
            <a:xfrm>
              <a:off x="733714" y="4161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69" name="Google Shape;469;p37">
              <a:extLst>
                <a:ext uri="{FF2B5EF4-FFF2-40B4-BE49-F238E27FC236}">
                  <a16:creationId xmlns:a16="http://schemas.microsoft.com/office/drawing/2014/main" id="{F391AD64-5554-3A3A-86A3-F188E4796B75}"/>
                </a:ext>
              </a:extLst>
            </p:cNvPr>
            <p:cNvSpPr/>
            <p:nvPr/>
          </p:nvSpPr>
          <p:spPr>
            <a:xfrm>
              <a:off x="1154846" y="242031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70" name="Google Shape;470;p37">
              <a:extLst>
                <a:ext uri="{FF2B5EF4-FFF2-40B4-BE49-F238E27FC236}">
                  <a16:creationId xmlns:a16="http://schemas.microsoft.com/office/drawing/2014/main" id="{7B510471-6E57-C5C6-38CA-757C388CA1DB}"/>
                </a:ext>
              </a:extLst>
            </p:cNvPr>
            <p:cNvSpPr/>
            <p:nvPr/>
          </p:nvSpPr>
          <p:spPr>
            <a:xfrm>
              <a:off x="1115907" y="27631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71" name="Google Shape;471;p37">
              <a:extLst>
                <a:ext uri="{FF2B5EF4-FFF2-40B4-BE49-F238E27FC236}">
                  <a16:creationId xmlns:a16="http://schemas.microsoft.com/office/drawing/2014/main" id="{675B713B-867E-BD23-CB8A-CB79D047546B}"/>
                </a:ext>
              </a:extLst>
            </p:cNvPr>
            <p:cNvSpPr/>
            <p:nvPr/>
          </p:nvSpPr>
          <p:spPr>
            <a:xfrm>
              <a:off x="1154846" y="30720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72" name="Google Shape;472;p37">
              <a:extLst>
                <a:ext uri="{FF2B5EF4-FFF2-40B4-BE49-F238E27FC236}">
                  <a16:creationId xmlns:a16="http://schemas.microsoft.com/office/drawing/2014/main" id="{0A3A67F9-857D-BD47-43CE-8584BAA34548}"/>
                </a:ext>
              </a:extLst>
            </p:cNvPr>
            <p:cNvSpPr/>
            <p:nvPr/>
          </p:nvSpPr>
          <p:spPr>
            <a:xfrm>
              <a:off x="1154846" y="33979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73" name="Google Shape;473;p37">
              <a:extLst>
                <a:ext uri="{FF2B5EF4-FFF2-40B4-BE49-F238E27FC236}">
                  <a16:creationId xmlns:a16="http://schemas.microsoft.com/office/drawing/2014/main" id="{8910F342-717B-AE85-7E85-D6F1A3D1E5AB}"/>
                </a:ext>
              </a:extLst>
            </p:cNvPr>
            <p:cNvSpPr/>
            <p:nvPr/>
          </p:nvSpPr>
          <p:spPr>
            <a:xfrm>
              <a:off x="1154846" y="37238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74" name="Google Shape;474;p37">
              <a:extLst>
                <a:ext uri="{FF2B5EF4-FFF2-40B4-BE49-F238E27FC236}">
                  <a16:creationId xmlns:a16="http://schemas.microsoft.com/office/drawing/2014/main" id="{C76A8DB3-10AC-EE64-AA67-AC9D4F714D55}"/>
                </a:ext>
              </a:extLst>
            </p:cNvPr>
            <p:cNvSpPr/>
            <p:nvPr/>
          </p:nvSpPr>
          <p:spPr>
            <a:xfrm>
              <a:off x="1558536" y="242031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75" name="Google Shape;475;p37">
              <a:extLst>
                <a:ext uri="{FF2B5EF4-FFF2-40B4-BE49-F238E27FC236}">
                  <a16:creationId xmlns:a16="http://schemas.microsoft.com/office/drawing/2014/main" id="{875F782C-3F6F-C7C3-131A-2C7A87842C57}"/>
                </a:ext>
              </a:extLst>
            </p:cNvPr>
            <p:cNvSpPr/>
            <p:nvPr/>
          </p:nvSpPr>
          <p:spPr>
            <a:xfrm>
              <a:off x="1558536" y="2763163"/>
              <a:ext cx="884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76" name="Google Shape;476;p37">
              <a:extLst>
                <a:ext uri="{FF2B5EF4-FFF2-40B4-BE49-F238E27FC236}">
                  <a16:creationId xmlns:a16="http://schemas.microsoft.com/office/drawing/2014/main" id="{09A80903-2BEF-353B-BE8A-C1D4CD38D200}"/>
                </a:ext>
              </a:extLst>
            </p:cNvPr>
            <p:cNvSpPr/>
            <p:nvPr/>
          </p:nvSpPr>
          <p:spPr>
            <a:xfrm>
              <a:off x="1589699" y="3072088"/>
              <a:ext cx="10299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77" name="Google Shape;477;p37">
              <a:extLst>
                <a:ext uri="{FF2B5EF4-FFF2-40B4-BE49-F238E27FC236}">
                  <a16:creationId xmlns:a16="http://schemas.microsoft.com/office/drawing/2014/main" id="{539769CF-246A-F45D-54C9-B7755229C278}"/>
                </a:ext>
              </a:extLst>
            </p:cNvPr>
            <p:cNvSpPr/>
            <p:nvPr/>
          </p:nvSpPr>
          <p:spPr>
            <a:xfrm>
              <a:off x="1589699" y="3416588"/>
              <a:ext cx="1029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78" name="Google Shape;478;p37">
              <a:extLst>
                <a:ext uri="{FF2B5EF4-FFF2-40B4-BE49-F238E27FC236}">
                  <a16:creationId xmlns:a16="http://schemas.microsoft.com/office/drawing/2014/main" id="{6125CE84-2366-C38B-2BC4-9B9F0998BE86}"/>
                </a:ext>
              </a:extLst>
            </p:cNvPr>
            <p:cNvSpPr/>
            <p:nvPr/>
          </p:nvSpPr>
          <p:spPr>
            <a:xfrm>
              <a:off x="1589699" y="3723863"/>
              <a:ext cx="1029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79" name="Google Shape;479;p37">
              <a:extLst>
                <a:ext uri="{FF2B5EF4-FFF2-40B4-BE49-F238E27FC236}">
                  <a16:creationId xmlns:a16="http://schemas.microsoft.com/office/drawing/2014/main" id="{9C022A34-9B45-3077-A633-56E037EA7E27}"/>
                </a:ext>
              </a:extLst>
            </p:cNvPr>
            <p:cNvSpPr/>
            <p:nvPr/>
          </p:nvSpPr>
          <p:spPr>
            <a:xfrm>
              <a:off x="2268127" y="2420313"/>
              <a:ext cx="5769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80" name="Google Shape;480;p37">
              <a:extLst>
                <a:ext uri="{FF2B5EF4-FFF2-40B4-BE49-F238E27FC236}">
                  <a16:creationId xmlns:a16="http://schemas.microsoft.com/office/drawing/2014/main" id="{6981C8BA-803A-4463-C982-BB0C83D06688}"/>
                </a:ext>
              </a:extLst>
            </p:cNvPr>
            <p:cNvSpPr/>
            <p:nvPr/>
          </p:nvSpPr>
          <p:spPr>
            <a:xfrm>
              <a:off x="2558446" y="2746200"/>
              <a:ext cx="576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81" name="Google Shape;481;p37">
              <a:extLst>
                <a:ext uri="{FF2B5EF4-FFF2-40B4-BE49-F238E27FC236}">
                  <a16:creationId xmlns:a16="http://schemas.microsoft.com/office/drawing/2014/main" id="{0AB68EC2-8965-F078-61ED-A89F30AB6140}"/>
                </a:ext>
              </a:extLst>
            </p:cNvPr>
            <p:cNvSpPr/>
            <p:nvPr/>
          </p:nvSpPr>
          <p:spPr>
            <a:xfrm>
              <a:off x="2727100" y="30721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82" name="Google Shape;482;p37">
              <a:extLst>
                <a:ext uri="{FF2B5EF4-FFF2-40B4-BE49-F238E27FC236}">
                  <a16:creationId xmlns:a16="http://schemas.microsoft.com/office/drawing/2014/main" id="{E86D6718-0B04-4B90-03CB-E47F927FAEFF}"/>
                </a:ext>
              </a:extLst>
            </p:cNvPr>
            <p:cNvSpPr/>
            <p:nvPr/>
          </p:nvSpPr>
          <p:spPr>
            <a:xfrm>
              <a:off x="2727100" y="37239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83" name="Google Shape;483;p37">
              <a:extLst>
                <a:ext uri="{FF2B5EF4-FFF2-40B4-BE49-F238E27FC236}">
                  <a16:creationId xmlns:a16="http://schemas.microsoft.com/office/drawing/2014/main" id="{64789EFE-DC66-9C71-E956-16FB43C98BBA}"/>
                </a:ext>
              </a:extLst>
            </p:cNvPr>
            <p:cNvSpPr/>
            <p:nvPr/>
          </p:nvSpPr>
          <p:spPr>
            <a:xfrm>
              <a:off x="733714" y="4401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84" name="Google Shape;484;p37">
              <a:extLst>
                <a:ext uri="{FF2B5EF4-FFF2-40B4-BE49-F238E27FC236}">
                  <a16:creationId xmlns:a16="http://schemas.microsoft.com/office/drawing/2014/main" id="{AB5E69F8-ECDD-1E77-FF5E-1F45968459DB}"/>
                </a:ext>
              </a:extLst>
            </p:cNvPr>
            <p:cNvSpPr/>
            <p:nvPr/>
          </p:nvSpPr>
          <p:spPr>
            <a:xfrm>
              <a:off x="1634836" y="11473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85" name="Google Shape;485;p37">
              <a:extLst>
                <a:ext uri="{FF2B5EF4-FFF2-40B4-BE49-F238E27FC236}">
                  <a16:creationId xmlns:a16="http://schemas.microsoft.com/office/drawing/2014/main" id="{71332B2D-B501-C432-11DD-01657EC5C917}"/>
                </a:ext>
              </a:extLst>
            </p:cNvPr>
            <p:cNvSpPr/>
            <p:nvPr/>
          </p:nvSpPr>
          <p:spPr>
            <a:xfrm>
              <a:off x="1206336" y="145631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86" name="Google Shape;486;p37">
              <a:extLst>
                <a:ext uri="{FF2B5EF4-FFF2-40B4-BE49-F238E27FC236}">
                  <a16:creationId xmlns:a16="http://schemas.microsoft.com/office/drawing/2014/main" id="{EAC17440-B4E9-192B-AA98-A2E90CDD48AC}"/>
                </a:ext>
              </a:extLst>
            </p:cNvPr>
            <p:cNvSpPr/>
            <p:nvPr/>
          </p:nvSpPr>
          <p:spPr>
            <a:xfrm>
              <a:off x="1939636" y="14521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87" name="Google Shape;487;p37">
              <a:extLst>
                <a:ext uri="{FF2B5EF4-FFF2-40B4-BE49-F238E27FC236}">
                  <a16:creationId xmlns:a16="http://schemas.microsoft.com/office/drawing/2014/main" id="{837918D1-CDE4-F795-A414-65050A51EBF4}"/>
                </a:ext>
              </a:extLst>
            </p:cNvPr>
            <p:cNvSpPr/>
            <p:nvPr/>
          </p:nvSpPr>
          <p:spPr>
            <a:xfrm>
              <a:off x="1206329" y="178303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88" name="Google Shape;488;p37">
              <a:extLst>
                <a:ext uri="{FF2B5EF4-FFF2-40B4-BE49-F238E27FC236}">
                  <a16:creationId xmlns:a16="http://schemas.microsoft.com/office/drawing/2014/main" id="{DCB1D87C-6620-778A-B4CC-7C12CF63D71C}"/>
                </a:ext>
              </a:extLst>
            </p:cNvPr>
            <p:cNvSpPr/>
            <p:nvPr/>
          </p:nvSpPr>
          <p:spPr>
            <a:xfrm>
              <a:off x="2124079" y="2107675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89" name="Google Shape;489;p37">
              <a:extLst>
                <a:ext uri="{FF2B5EF4-FFF2-40B4-BE49-F238E27FC236}">
                  <a16:creationId xmlns:a16="http://schemas.microsoft.com/office/drawing/2014/main" id="{F421D0F6-9107-3B3F-C59D-B5163424ECD8}"/>
                </a:ext>
              </a:extLst>
            </p:cNvPr>
            <p:cNvSpPr/>
            <p:nvPr/>
          </p:nvSpPr>
          <p:spPr>
            <a:xfrm>
              <a:off x="2727104" y="341658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90" name="Google Shape;490;p37">
              <a:extLst>
                <a:ext uri="{FF2B5EF4-FFF2-40B4-BE49-F238E27FC236}">
                  <a16:creationId xmlns:a16="http://schemas.microsoft.com/office/drawing/2014/main" id="{D2D0A578-9B2F-ABB1-01C6-2B9E58794017}"/>
                </a:ext>
              </a:extLst>
            </p:cNvPr>
            <p:cNvSpPr/>
            <p:nvPr/>
          </p:nvSpPr>
          <p:spPr>
            <a:xfrm>
              <a:off x="1154861" y="437562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  <p:sp>
          <p:nvSpPr>
            <p:cNvPr id="491" name="Google Shape;491;p37">
              <a:extLst>
                <a:ext uri="{FF2B5EF4-FFF2-40B4-BE49-F238E27FC236}">
                  <a16:creationId xmlns:a16="http://schemas.microsoft.com/office/drawing/2014/main" id="{916E3B8F-D361-D3DA-3745-292472B98666}"/>
                </a:ext>
              </a:extLst>
            </p:cNvPr>
            <p:cNvSpPr/>
            <p:nvPr/>
          </p:nvSpPr>
          <p:spPr>
            <a:xfrm>
              <a:off x="1154861" y="414552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4262069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6">
          <a:extLst>
            <a:ext uri="{FF2B5EF4-FFF2-40B4-BE49-F238E27FC236}">
              <a16:creationId xmlns:a16="http://schemas.microsoft.com/office/drawing/2014/main" id="{0BF0F791-8B4F-9DAE-0B0C-EA92DBE50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42">
            <a:extLst>
              <a:ext uri="{FF2B5EF4-FFF2-40B4-BE49-F238E27FC236}">
                <a16:creationId xmlns:a16="http://schemas.microsoft.com/office/drawing/2014/main" id="{8135CD80-9797-7A20-065B-0CA3FFE8F0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9955" y="133769"/>
            <a:ext cx="841622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/>
              <a:t>Conclusiones y Recomendaciones</a:t>
            </a:r>
            <a:endParaRPr lang="es-ES" noProof="0" dirty="0">
              <a:solidFill>
                <a:schemeClr val="accent4"/>
              </a:solidFill>
            </a:endParaRPr>
          </a:p>
        </p:txBody>
      </p:sp>
      <p:sp>
        <p:nvSpPr>
          <p:cNvPr id="641" name="Google Shape;641;p42">
            <a:extLst>
              <a:ext uri="{FF2B5EF4-FFF2-40B4-BE49-F238E27FC236}">
                <a16:creationId xmlns:a16="http://schemas.microsoft.com/office/drawing/2014/main" id="{2C611961-4611-4340-71F6-F8060FECF07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775" y="1052199"/>
            <a:ext cx="9136225" cy="20585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BO" dirty="0"/>
              <a:t>Se definió la sintaxis en francés de </a:t>
            </a:r>
            <a:r>
              <a:rPr lang="es-BO" dirty="0" err="1"/>
              <a:t>CodeBleu</a:t>
            </a:r>
            <a:r>
              <a:rPr lang="es-BO" dirty="0"/>
              <a:t> utilizando EBNF y diagramas de Conway.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BO" dirty="0"/>
              <a:t>Se implementaron árboles y listas enlazadas en C++ para administrar eficientemente la memoria de tokens y símbolos.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BO" dirty="0"/>
              <a:t>Se conectaron con éxito las cuatro fases (desde léxico hasta cuartetos), garantizando un tipado fuerte y un estricto control de ámbitos.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BO" dirty="0"/>
              <a:t>Se comprobó la precisión del compilador para detectar, aislar y reportar anomalías en todas las etapas del análisis.</a:t>
            </a:r>
            <a:endParaRPr lang="es-ES" noProof="0" dirty="0"/>
          </a:p>
        </p:txBody>
      </p:sp>
      <p:sp>
        <p:nvSpPr>
          <p:cNvPr id="642" name="Google Shape;642;p42">
            <a:extLst>
              <a:ext uri="{FF2B5EF4-FFF2-40B4-BE49-F238E27FC236}">
                <a16:creationId xmlns:a16="http://schemas.microsoft.com/office/drawing/2014/main" id="{496DE51D-07E0-9F15-CBFC-DF00BF3EBFE4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59955" y="3394381"/>
            <a:ext cx="7769645" cy="17394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BO" dirty="0"/>
              <a:t>Integrar soporte para arreglos y declaración de subrutinas.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BO" dirty="0"/>
              <a:t>Añadir una fase al generador de cuartetos para identificar y eliminar código muerto.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BO" dirty="0"/>
              <a:t>Evolucionar el manejo de errores semánticos para recolectar múltiples fallos sin detener la ejecución del analizador.</a:t>
            </a:r>
          </a:p>
        </p:txBody>
      </p:sp>
      <p:sp>
        <p:nvSpPr>
          <p:cNvPr id="645" name="Google Shape;645;p42">
            <a:extLst>
              <a:ext uri="{FF2B5EF4-FFF2-40B4-BE49-F238E27FC236}">
                <a16:creationId xmlns:a16="http://schemas.microsoft.com/office/drawing/2014/main" id="{6D42D1EF-5D8F-EAFB-8AAF-147D9683DD0A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036836" y="673775"/>
            <a:ext cx="3641828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/>
              <a:t>Conclusiones</a:t>
            </a:r>
          </a:p>
        </p:txBody>
      </p:sp>
      <p:sp>
        <p:nvSpPr>
          <p:cNvPr id="650" name="Google Shape;650;p42">
            <a:extLst>
              <a:ext uri="{FF2B5EF4-FFF2-40B4-BE49-F238E27FC236}">
                <a16:creationId xmlns:a16="http://schemas.microsoft.com/office/drawing/2014/main" id="{58C21EF4-5364-4154-DE1B-DE11052794C0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2896628" y="2963882"/>
            <a:ext cx="3922244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noProof="0" dirty="0"/>
              <a:t>Recomendaciones</a:t>
            </a:r>
          </a:p>
        </p:txBody>
      </p:sp>
    </p:spTree>
    <p:extLst>
      <p:ext uri="{BB962C8B-B14F-4D97-AF65-F5344CB8AC3E}">
        <p14:creationId xmlns:p14="http://schemas.microsoft.com/office/powerpoint/2010/main" val="14840870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Damasco</Template>
  <TotalTime>391</TotalTime>
  <Words>2117</Words>
  <Application>Microsoft Office PowerPoint</Application>
  <PresentationFormat>Presentación en pantalla (16:9)</PresentationFormat>
  <Paragraphs>208</Paragraphs>
  <Slides>25</Slides>
  <Notes>25</Notes>
  <HiddenSlides>0</HiddenSlides>
  <MMClips>0</MMClips>
  <ScaleCrop>false</ScaleCrop>
  <HeadingPairs>
    <vt:vector size="6" baseType="variant">
      <vt:variant>
        <vt:lpstr>Fuentes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7" baseType="lpstr">
      <vt:lpstr>Freestyle Script</vt:lpstr>
      <vt:lpstr>Anaheim</vt:lpstr>
      <vt:lpstr>Fira Code</vt:lpstr>
      <vt:lpstr>Times New Roman</vt:lpstr>
      <vt:lpstr>Source Code Pro Medium</vt:lpstr>
      <vt:lpstr>Rockwell</vt:lpstr>
      <vt:lpstr>Bebas Neue</vt:lpstr>
      <vt:lpstr>Comfortaa</vt:lpstr>
      <vt:lpstr>Arial</vt:lpstr>
      <vt:lpstr>Nunito Light</vt:lpstr>
      <vt:lpstr>Bookman Old Style</vt:lpstr>
      <vt:lpstr>Damask</vt:lpstr>
      <vt:lpstr>Diseño del Compilador CodeBleu</vt:lpstr>
      <vt:lpstr>Diseño de Compiladores</vt:lpstr>
      <vt:lpstr>Objetivos</vt:lpstr>
      <vt:lpstr>Fundamento teórico</vt:lpstr>
      <vt:lpstr>Fundamento Teórico</vt:lpstr>
      <vt:lpstr>Fundamento Teórico</vt:lpstr>
      <vt:lpstr>Analizador léxico</vt:lpstr>
      <vt:lpstr>Analizador léxico</vt:lpstr>
      <vt:lpstr>Analizador Sintáctico</vt:lpstr>
      <vt:lpstr>Analizador Semántico</vt:lpstr>
      <vt:lpstr>Presentación de PowerPoint</vt:lpstr>
      <vt:lpstr>Identificación del lenguaje</vt:lpstr>
      <vt:lpstr>Gramática</vt:lpstr>
      <vt:lpstr>Diagramas de Conway</vt:lpstr>
      <vt:lpstr>Analizador léxico</vt:lpstr>
      <vt:lpstr>Diseño del autómata</vt:lpstr>
      <vt:lpstr>Diseño de algoritmos</vt:lpstr>
      <vt:lpstr>Analizador Sintáctico</vt:lpstr>
      <vt:lpstr>Analizador Sintáctico</vt:lpstr>
      <vt:lpstr>Arboles Sintácticos</vt:lpstr>
      <vt:lpstr>Analizador Semántico</vt:lpstr>
      <vt:lpstr>Notación Infijo a Prefijo</vt:lpstr>
      <vt:lpstr>Rutinas en cuartetos</vt:lpstr>
      <vt:lpstr>Algoritmo para Cuartetos</vt:lpstr>
      <vt:lpstr>Conclusiones y Recomendaciones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Alan Beltrán</cp:lastModifiedBy>
  <cp:revision>100</cp:revision>
  <dcterms:modified xsi:type="dcterms:W3CDTF">2026-06-27T00:16:33Z</dcterms:modified>
</cp:coreProperties>
</file>